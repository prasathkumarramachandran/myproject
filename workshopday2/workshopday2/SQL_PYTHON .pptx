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7" name="Shape 57"/>
        <p:cNvGrpSpPr/>
        <p:nvPr/>
      </p:nvGrpSpPr>
      <p:grpSpPr>
        <a:xfrm>
          <a:off x="0" y="0"/>
          <a:ext cx="0" cy="0"/>
          <a:chOff x="0" y="0"/>
          <a:chExt cx="0" cy="0"/>
        </a:xfrm>
      </p:grpSpPr>
      <p:sp>
        <p:nvSpPr>
          <p:cNvPr id="58" name="Google Shape;58;g43111d289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43111d289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5" name="Shape 65"/>
        <p:cNvGrpSpPr/>
        <p:nvPr/>
      </p:nvGrpSpPr>
      <p:grpSpPr>
        <a:xfrm>
          <a:off x="0" y="0"/>
          <a:ext cx="0" cy="0"/>
          <a:chOff x="0" y="0"/>
          <a:chExt cx="0" cy="0"/>
        </a:xfrm>
      </p:grpSpPr>
      <p:sp>
        <p:nvSpPr>
          <p:cNvPr id="66" name="Google Shape;66;g43111d289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43111d289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3" name="Shape 73"/>
        <p:cNvGrpSpPr/>
        <p:nvPr/>
      </p:nvGrpSpPr>
      <p:grpSpPr>
        <a:xfrm>
          <a:off x="0" y="0"/>
          <a:ext cx="0" cy="0"/>
          <a:chOff x="0" y="0"/>
          <a:chExt cx="0" cy="0"/>
        </a:xfrm>
      </p:grpSpPr>
      <p:sp>
        <p:nvSpPr>
          <p:cNvPr id="74" name="Google Shape;74;g43111d289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43111d289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1" name="Shape 81"/>
        <p:cNvGrpSpPr/>
        <p:nvPr/>
      </p:nvGrpSpPr>
      <p:grpSpPr>
        <a:xfrm>
          <a:off x="0" y="0"/>
          <a:ext cx="0" cy="0"/>
          <a:chOff x="0" y="0"/>
          <a:chExt cx="0" cy="0"/>
        </a:xfrm>
      </p:grpSpPr>
      <p:sp>
        <p:nvSpPr>
          <p:cNvPr id="82" name="Google Shape;82;g43d39ce9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43d39ce9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1" name="Shape 91"/>
        <p:cNvGrpSpPr/>
        <p:nvPr/>
      </p:nvGrpSpPr>
      <p:grpSpPr>
        <a:xfrm>
          <a:off x="0" y="0"/>
          <a:ext cx="0" cy="0"/>
          <a:chOff x="0" y="0"/>
          <a:chExt cx="0" cy="0"/>
        </a:xfrm>
      </p:grpSpPr>
      <p:sp>
        <p:nvSpPr>
          <p:cNvPr id="92" name="Google Shape;92;g43d39ce95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43d39ce95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0" name="Shape 100"/>
        <p:cNvGrpSpPr/>
        <p:nvPr/>
      </p:nvGrpSpPr>
      <p:grpSpPr>
        <a:xfrm>
          <a:off x="0" y="0"/>
          <a:ext cx="0" cy="0"/>
          <a:chOff x="0" y="0"/>
          <a:chExt cx="0" cy="0"/>
        </a:xfrm>
      </p:grpSpPr>
      <p:sp>
        <p:nvSpPr>
          <p:cNvPr id="101" name="Google Shape;101;g43d39ce954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43d39ce95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9" name="Shape 109"/>
        <p:cNvGrpSpPr/>
        <p:nvPr/>
      </p:nvGrpSpPr>
      <p:grpSpPr>
        <a:xfrm>
          <a:off x="0" y="0"/>
          <a:ext cx="0" cy="0"/>
          <a:chOff x="0" y="0"/>
          <a:chExt cx="0" cy="0"/>
        </a:xfrm>
      </p:grpSpPr>
      <p:sp>
        <p:nvSpPr>
          <p:cNvPr id="110" name="Google Shape;110;g43d39ce954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43d39ce95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8" name="Shape 118"/>
        <p:cNvGrpSpPr/>
        <p:nvPr/>
      </p:nvGrpSpPr>
      <p:grpSpPr>
        <a:xfrm>
          <a:off x="0" y="0"/>
          <a:ext cx="0" cy="0"/>
          <a:chOff x="0" y="0"/>
          <a:chExt cx="0" cy="0"/>
        </a:xfrm>
      </p:grpSpPr>
      <p:sp>
        <p:nvSpPr>
          <p:cNvPr id="119" name="Google Shape;119;g43111d289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43111d289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6" name="Shape 126"/>
        <p:cNvGrpSpPr/>
        <p:nvPr/>
      </p:nvGrpSpPr>
      <p:grpSpPr>
        <a:xfrm>
          <a:off x="0" y="0"/>
          <a:ext cx="0" cy="0"/>
          <a:chOff x="0" y="0"/>
          <a:chExt cx="0" cy="0"/>
        </a:xfrm>
      </p:grpSpPr>
      <p:sp>
        <p:nvSpPr>
          <p:cNvPr id="127" name="Google Shape;127;g43d39ce95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43d39ce95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5" name="Shape 135"/>
        <p:cNvGrpSpPr/>
        <p:nvPr/>
      </p:nvGrpSpPr>
      <p:grpSpPr>
        <a:xfrm>
          <a:off x="0" y="0"/>
          <a:ext cx="0" cy="0"/>
          <a:chOff x="0" y="0"/>
          <a:chExt cx="0" cy="0"/>
        </a:xfrm>
      </p:grpSpPr>
      <p:sp>
        <p:nvSpPr>
          <p:cNvPr id="136" name="Google Shape;136;g43d39ce954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43d39ce954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4" name="Shape 144"/>
        <p:cNvGrpSpPr/>
        <p:nvPr/>
      </p:nvGrpSpPr>
      <p:grpSpPr>
        <a:xfrm>
          <a:off x="0" y="0"/>
          <a:ext cx="0" cy="0"/>
          <a:chOff x="0" y="0"/>
          <a:chExt cx="0" cy="0"/>
        </a:xfrm>
      </p:grpSpPr>
      <p:sp>
        <p:nvSpPr>
          <p:cNvPr id="145" name="Google Shape;145;g43d39ce954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43d39ce954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3" name="Shape 153"/>
        <p:cNvGrpSpPr/>
        <p:nvPr/>
      </p:nvGrpSpPr>
      <p:grpSpPr>
        <a:xfrm>
          <a:off x="0" y="0"/>
          <a:ext cx="0" cy="0"/>
          <a:chOff x="0" y="0"/>
          <a:chExt cx="0" cy="0"/>
        </a:xfrm>
      </p:grpSpPr>
      <p:sp>
        <p:nvSpPr>
          <p:cNvPr id="154" name="Google Shape;154;g43111d2890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43111d2890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2" name="Shape 162"/>
        <p:cNvGrpSpPr/>
        <p:nvPr/>
      </p:nvGrpSpPr>
      <p:grpSpPr>
        <a:xfrm>
          <a:off x="0" y="0"/>
          <a:ext cx="0" cy="0"/>
          <a:chOff x="0" y="0"/>
          <a:chExt cx="0" cy="0"/>
        </a:xfrm>
      </p:grpSpPr>
      <p:sp>
        <p:nvSpPr>
          <p:cNvPr id="163" name="Google Shape;163;g43d39ce954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43d39ce954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1" name="Shape 171"/>
        <p:cNvGrpSpPr/>
        <p:nvPr/>
      </p:nvGrpSpPr>
      <p:grpSpPr>
        <a:xfrm>
          <a:off x="0" y="0"/>
          <a:ext cx="0" cy="0"/>
          <a:chOff x="0" y="0"/>
          <a:chExt cx="0" cy="0"/>
        </a:xfrm>
      </p:grpSpPr>
      <p:sp>
        <p:nvSpPr>
          <p:cNvPr id="172" name="Google Shape;172;g43111d2890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43111d2890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9" name="Shape 179"/>
        <p:cNvGrpSpPr/>
        <p:nvPr/>
      </p:nvGrpSpPr>
      <p:grpSpPr>
        <a:xfrm>
          <a:off x="0" y="0"/>
          <a:ext cx="0" cy="0"/>
          <a:chOff x="0" y="0"/>
          <a:chExt cx="0" cy="0"/>
        </a:xfrm>
      </p:grpSpPr>
      <p:sp>
        <p:nvSpPr>
          <p:cNvPr id="180" name="Google Shape;180;g43d39ce954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43d39ce954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8" name="Shape 188"/>
        <p:cNvGrpSpPr/>
        <p:nvPr/>
      </p:nvGrpSpPr>
      <p:grpSpPr>
        <a:xfrm>
          <a:off x="0" y="0"/>
          <a:ext cx="0" cy="0"/>
          <a:chOff x="0" y="0"/>
          <a:chExt cx="0" cy="0"/>
        </a:xfrm>
      </p:grpSpPr>
      <p:sp>
        <p:nvSpPr>
          <p:cNvPr id="189" name="Google Shape;189;g43111d2890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43111d2890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6" name="Shape 196"/>
        <p:cNvGrpSpPr/>
        <p:nvPr/>
      </p:nvGrpSpPr>
      <p:grpSpPr>
        <a:xfrm>
          <a:off x="0" y="0"/>
          <a:ext cx="0" cy="0"/>
          <a:chOff x="0" y="0"/>
          <a:chExt cx="0" cy="0"/>
        </a:xfrm>
      </p:grpSpPr>
      <p:sp>
        <p:nvSpPr>
          <p:cNvPr id="197" name="Google Shape;197;g43d39ce954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43d39ce954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5" name="Shape 205"/>
        <p:cNvGrpSpPr/>
        <p:nvPr/>
      </p:nvGrpSpPr>
      <p:grpSpPr>
        <a:xfrm>
          <a:off x="0" y="0"/>
          <a:ext cx="0" cy="0"/>
          <a:chOff x="0" y="0"/>
          <a:chExt cx="0" cy="0"/>
        </a:xfrm>
      </p:grpSpPr>
      <p:sp>
        <p:nvSpPr>
          <p:cNvPr id="206" name="Google Shape;206;g43111d2890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43111d2890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3" name="Shape 213"/>
        <p:cNvGrpSpPr/>
        <p:nvPr/>
      </p:nvGrpSpPr>
      <p:grpSpPr>
        <a:xfrm>
          <a:off x="0" y="0"/>
          <a:ext cx="0" cy="0"/>
          <a:chOff x="0" y="0"/>
          <a:chExt cx="0" cy="0"/>
        </a:xfrm>
      </p:grpSpPr>
      <p:sp>
        <p:nvSpPr>
          <p:cNvPr id="214" name="Google Shape;214;g43d39ce954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43d39ce954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2" name="Shape 222"/>
        <p:cNvGrpSpPr/>
        <p:nvPr/>
      </p:nvGrpSpPr>
      <p:grpSpPr>
        <a:xfrm>
          <a:off x="0" y="0"/>
          <a:ext cx="0" cy="0"/>
          <a:chOff x="0" y="0"/>
          <a:chExt cx="0" cy="0"/>
        </a:xfrm>
      </p:grpSpPr>
      <p:sp>
        <p:nvSpPr>
          <p:cNvPr id="223" name="Google Shape;223;g43d39ce954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43d39ce954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1" name="Shape 231"/>
        <p:cNvGrpSpPr/>
        <p:nvPr/>
      </p:nvGrpSpPr>
      <p:grpSpPr>
        <a:xfrm>
          <a:off x="0" y="0"/>
          <a:ext cx="0" cy="0"/>
          <a:chOff x="0" y="0"/>
          <a:chExt cx="0" cy="0"/>
        </a:xfrm>
      </p:grpSpPr>
      <p:sp>
        <p:nvSpPr>
          <p:cNvPr id="232" name="Google Shape;232;g43111d2890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43111d2890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9" name="Shape 239"/>
        <p:cNvGrpSpPr/>
        <p:nvPr/>
      </p:nvGrpSpPr>
      <p:grpSpPr>
        <a:xfrm>
          <a:off x="0" y="0"/>
          <a:ext cx="0" cy="0"/>
          <a:chOff x="0" y="0"/>
          <a:chExt cx="0" cy="0"/>
        </a:xfrm>
      </p:grpSpPr>
      <p:sp>
        <p:nvSpPr>
          <p:cNvPr id="240" name="Google Shape;240;g43111d2890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43111d2890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2.png"/><Relationship Id="rId5" Type="http://schemas.openxmlformats.org/officeDocument/2006/relationships/hyperlink" Target="http://www.tarahtech.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9144002" cy="5143500"/>
          </a:xfrm>
          <a:prstGeom prst="rect">
            <a:avLst/>
          </a:prstGeom>
          <a:noFill/>
          <a:ln>
            <a:noFill/>
          </a:ln>
        </p:spPr>
      </p:pic>
      <p:pic>
        <p:nvPicPr>
          <p:cNvPr id="55" name="Google Shape;55;p13"/>
          <p:cNvPicPr preferRelativeResize="0"/>
          <p:nvPr/>
        </p:nvPicPr>
        <p:blipFill>
          <a:blip r:embed="rId4">
            <a:alphaModFix/>
          </a:blip>
          <a:stretch>
            <a:fillRect/>
          </a:stretch>
        </p:blipFill>
        <p:spPr>
          <a:xfrm>
            <a:off x="142675" y="684100"/>
            <a:ext cx="4861800" cy="2083350"/>
          </a:xfrm>
          <a:prstGeom prst="rect">
            <a:avLst/>
          </a:prstGeom>
          <a:noFill/>
          <a:ln>
            <a:noFill/>
          </a:ln>
        </p:spPr>
      </p:pic>
      <p:sp>
        <p:nvSpPr>
          <p:cNvPr id="56" name="Google Shape;56;p13"/>
          <p:cNvSpPr txBox="1"/>
          <p:nvPr/>
        </p:nvSpPr>
        <p:spPr>
          <a:xfrm>
            <a:off x="3250775" y="2671175"/>
            <a:ext cx="1636200" cy="43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hlinkClick r:id="rId5"/>
              </a:rPr>
              <a:t>www.tarahtech.com</a:t>
            </a:r>
            <a:endParaRPr sz="1200"/>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0" name="Shape 60"/>
        <p:cNvGrpSpPr/>
        <p:nvPr/>
      </p:nvGrpSpPr>
      <p:grpSpPr>
        <a:xfrm>
          <a:off x="0" y="0"/>
          <a:ext cx="0" cy="0"/>
          <a:chOff x="0" y="0"/>
          <a:chExt cx="0" cy="0"/>
        </a:xfrm>
      </p:grpSpPr>
      <p:pic>
        <p:nvPicPr>
          <p:cNvPr id="61" name="Google Shape;61;p14"/>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62" name="Google Shape;62;p14"/>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63" name="Google Shape;63;p14"/>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64" name="Google Shape;64;p14"/>
          <p:cNvSpPr txBox="1"/>
          <p:nvPr/>
        </p:nvSpPr>
        <p:spPr>
          <a:xfrm>
            <a:off x="0" y="799850"/>
            <a:ext cx="9068100" cy="388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rgbClr val="0000FF"/>
                </a:solidFill>
              </a:rPr>
              <a:t>SQL:</a:t>
            </a:r>
            <a:endParaRPr b="1" sz="2400">
              <a:solidFill>
                <a:srgbClr val="0000FF"/>
              </a:solidFill>
            </a:endParaRPr>
          </a:p>
          <a:p>
            <a:pPr indent="0" lvl="0" marL="0" rtl="0" algn="l">
              <a:spcBef>
                <a:spcPts val="0"/>
              </a:spcBef>
              <a:spcAft>
                <a:spcPts val="0"/>
              </a:spcAft>
              <a:buNone/>
            </a:pPr>
            <a:r>
              <a:t/>
            </a:r>
            <a:endParaRPr/>
          </a:p>
          <a:p>
            <a:pPr indent="-317500" lvl="0" marL="457200" rtl="0" algn="l">
              <a:lnSpc>
                <a:spcPct val="150000"/>
              </a:lnSpc>
              <a:spcBef>
                <a:spcPts val="0"/>
              </a:spcBef>
              <a:spcAft>
                <a:spcPts val="0"/>
              </a:spcAft>
              <a:buSzPts val="1400"/>
              <a:buChar char="●"/>
            </a:pPr>
            <a:r>
              <a:rPr lang="en">
                <a:highlight>
                  <a:srgbClr val="FFFFFF"/>
                </a:highlight>
              </a:rPr>
              <a:t>SQL (Structured Query Language) is a standardized programming language used for managing relational databases and performing various operations on the data . </a:t>
            </a:r>
            <a:endParaRPr>
              <a:highlight>
                <a:srgbClr val="FFFFFF"/>
              </a:highlight>
            </a:endParaRPr>
          </a:p>
          <a:p>
            <a:pPr indent="-317500" lvl="0" marL="457200" rtl="0" algn="l">
              <a:lnSpc>
                <a:spcPct val="150000"/>
              </a:lnSpc>
              <a:spcBef>
                <a:spcPts val="0"/>
              </a:spcBef>
              <a:spcAft>
                <a:spcPts val="0"/>
              </a:spcAft>
              <a:buSzPts val="1400"/>
              <a:buFont typeface="Verdana"/>
              <a:buChar char="●"/>
            </a:pPr>
            <a:r>
              <a:rPr lang="en">
                <a:highlight>
                  <a:srgbClr val="FFFFFF"/>
                </a:highlight>
                <a:latin typeface="Verdana"/>
                <a:ea typeface="Verdana"/>
                <a:cs typeface="Verdana"/>
                <a:sym typeface="Verdana"/>
              </a:rPr>
              <a:t>It  is a computer language for storing, manipulating and retrieving data stored in a relational database.</a:t>
            </a:r>
            <a:endParaRPr>
              <a:highlight>
                <a:srgbClr val="FFFFFF"/>
              </a:highlight>
              <a:latin typeface="Verdana"/>
              <a:ea typeface="Verdana"/>
              <a:cs typeface="Verdana"/>
              <a:sym typeface="Verdana"/>
            </a:endParaRPr>
          </a:p>
          <a:p>
            <a:pPr indent="-317500" lvl="0" marL="457200" rtl="0" algn="l">
              <a:lnSpc>
                <a:spcPct val="150000"/>
              </a:lnSpc>
              <a:spcBef>
                <a:spcPts val="0"/>
              </a:spcBef>
              <a:spcAft>
                <a:spcPts val="0"/>
              </a:spcAft>
              <a:buSzPts val="1400"/>
              <a:buFont typeface="Verdana"/>
              <a:buChar char="●"/>
            </a:pPr>
            <a:r>
              <a:rPr lang="en">
                <a:highlight>
                  <a:srgbClr val="FFFFFF"/>
                </a:highlight>
                <a:latin typeface="Verdana"/>
                <a:ea typeface="Verdana"/>
                <a:cs typeface="Verdana"/>
                <a:sym typeface="Verdana"/>
              </a:rPr>
              <a:t>SQL is the standard language for Relational Database System. </a:t>
            </a:r>
            <a:endParaRPr>
              <a:highlight>
                <a:srgbClr val="FFFFFF"/>
              </a:highlight>
              <a:latin typeface="Verdana"/>
              <a:ea typeface="Verdana"/>
              <a:cs typeface="Verdana"/>
              <a:sym typeface="Verdana"/>
            </a:endParaRPr>
          </a:p>
          <a:p>
            <a:pPr indent="-317500" lvl="0" marL="457200" rtl="0" algn="l">
              <a:lnSpc>
                <a:spcPct val="150000"/>
              </a:lnSpc>
              <a:spcBef>
                <a:spcPts val="0"/>
              </a:spcBef>
              <a:spcAft>
                <a:spcPts val="0"/>
              </a:spcAft>
              <a:buSzPts val="1400"/>
              <a:buFont typeface="Verdana"/>
              <a:buChar char="●"/>
            </a:pPr>
            <a:r>
              <a:rPr lang="en">
                <a:highlight>
                  <a:srgbClr val="FFFFFF"/>
                </a:highlight>
                <a:latin typeface="Verdana"/>
                <a:ea typeface="Verdana"/>
                <a:cs typeface="Verdana"/>
                <a:sym typeface="Verdana"/>
              </a:rPr>
              <a:t>All the Relational Database Management Systems (RDMS) like MySQL, MS Access, Oracle, Sybase, Informix, Postgres and SQL Server use SQL as their standard database language.</a:t>
            </a:r>
            <a:endParaRPr>
              <a:highlight>
                <a:srgbClr val="FFFFFF"/>
              </a:highlight>
              <a:latin typeface="Verdana"/>
              <a:ea typeface="Verdana"/>
              <a:cs typeface="Verdana"/>
              <a:sym typeface="Verdana"/>
            </a:endParaRPr>
          </a:p>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8" name="Shape 68"/>
        <p:cNvGrpSpPr/>
        <p:nvPr/>
      </p:nvGrpSpPr>
      <p:grpSpPr>
        <a:xfrm>
          <a:off x="0" y="0"/>
          <a:ext cx="0" cy="0"/>
          <a:chOff x="0" y="0"/>
          <a:chExt cx="0" cy="0"/>
        </a:xfrm>
      </p:grpSpPr>
      <p:pic>
        <p:nvPicPr>
          <p:cNvPr id="69" name="Google Shape;69;p15"/>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70" name="Google Shape;70;p15"/>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71" name="Google Shape;71;p15"/>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72" name="Google Shape;72;p15"/>
          <p:cNvSpPr txBox="1"/>
          <p:nvPr/>
        </p:nvSpPr>
        <p:spPr>
          <a:xfrm>
            <a:off x="0" y="468375"/>
            <a:ext cx="8982600" cy="409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rgbClr val="0000FF"/>
                </a:solidFill>
              </a:rPr>
              <a:t>SQL commands:</a:t>
            </a:r>
            <a:endParaRPr b="1" sz="2400">
              <a:solidFill>
                <a:srgbClr val="0000FF"/>
              </a:solidFill>
            </a:endParaRPr>
          </a:p>
          <a:p>
            <a:pPr indent="0" lvl="0" marL="0" rtl="0" algn="l">
              <a:spcBef>
                <a:spcPts val="0"/>
              </a:spcBef>
              <a:spcAft>
                <a:spcPts val="0"/>
              </a:spcAft>
              <a:buNone/>
            </a:pPr>
            <a:r>
              <a:t/>
            </a:r>
            <a:endParaRPr sz="1150">
              <a:solidFill>
                <a:schemeClr val="dk1"/>
              </a:solidFill>
              <a:highlight>
                <a:srgbClr val="FFFFFF"/>
              </a:highlight>
              <a:latin typeface="Verdana"/>
              <a:ea typeface="Verdana"/>
              <a:cs typeface="Verdana"/>
              <a:sym typeface="Verdana"/>
            </a:endParaRPr>
          </a:p>
          <a:p>
            <a:pPr indent="-317500" lvl="0" marL="457200" rtl="0" algn="l">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Standard SQL commands  interact with relational databases. The commands are.</a:t>
            </a:r>
            <a:endParaRPr>
              <a:solidFill>
                <a:schemeClr val="dk1"/>
              </a:solidFill>
              <a:highlight>
                <a:srgbClr val="FFFFFF"/>
              </a:highlight>
              <a:latin typeface="Verdana"/>
              <a:ea typeface="Verdana"/>
              <a:cs typeface="Verdana"/>
              <a:sym typeface="Verdana"/>
            </a:endParaRPr>
          </a:p>
          <a:p>
            <a:pPr indent="0" lvl="0" marL="457200" rtl="0" algn="l">
              <a:spcBef>
                <a:spcPts val="0"/>
              </a:spcBef>
              <a:spcAft>
                <a:spcPts val="0"/>
              </a:spcAft>
              <a:buNone/>
            </a:pPr>
            <a:r>
              <a:t/>
            </a:r>
            <a:endParaRPr>
              <a:solidFill>
                <a:schemeClr val="dk1"/>
              </a:solidFill>
              <a:highlight>
                <a:srgbClr val="FFFFFF"/>
              </a:highlight>
              <a:latin typeface="Verdana"/>
              <a:ea typeface="Verdana"/>
              <a:cs typeface="Verdana"/>
              <a:sym typeface="Verdana"/>
            </a:endParaRPr>
          </a:p>
          <a:p>
            <a:pPr indent="-317500" lvl="1" marL="914400" rtl="0" algn="l">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Select </a:t>
            </a:r>
            <a:endParaRPr>
              <a:solidFill>
                <a:schemeClr val="dk1"/>
              </a:solidFill>
              <a:highlight>
                <a:srgbClr val="FFFFFF"/>
              </a:highlight>
              <a:latin typeface="Verdana"/>
              <a:ea typeface="Verdana"/>
              <a:cs typeface="Verdana"/>
              <a:sym typeface="Verdana"/>
            </a:endParaRPr>
          </a:p>
          <a:p>
            <a:pPr indent="-317500" lvl="1" marL="914400" rtl="0" algn="l">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Where</a:t>
            </a:r>
            <a:endParaRPr>
              <a:solidFill>
                <a:schemeClr val="dk1"/>
              </a:solidFill>
              <a:highlight>
                <a:srgbClr val="FFFFFF"/>
              </a:highlight>
              <a:latin typeface="Verdana"/>
              <a:ea typeface="Verdana"/>
              <a:cs typeface="Verdana"/>
              <a:sym typeface="Verdana"/>
            </a:endParaRPr>
          </a:p>
          <a:p>
            <a:pPr indent="-317500" lvl="1" marL="914400" rtl="0" algn="l">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And,or,not</a:t>
            </a:r>
            <a:endParaRPr>
              <a:solidFill>
                <a:schemeClr val="dk1"/>
              </a:solidFill>
              <a:highlight>
                <a:srgbClr val="FFFFFF"/>
              </a:highlight>
              <a:latin typeface="Verdana"/>
              <a:ea typeface="Verdana"/>
              <a:cs typeface="Verdana"/>
              <a:sym typeface="Verdana"/>
            </a:endParaRPr>
          </a:p>
          <a:p>
            <a:pPr indent="-317500" lvl="1" marL="914400" rtl="0" algn="l">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Order by</a:t>
            </a:r>
            <a:endParaRPr>
              <a:solidFill>
                <a:schemeClr val="dk1"/>
              </a:solidFill>
              <a:highlight>
                <a:srgbClr val="FFFFFF"/>
              </a:highlight>
              <a:latin typeface="Verdana"/>
              <a:ea typeface="Verdana"/>
              <a:cs typeface="Verdana"/>
              <a:sym typeface="Verdana"/>
            </a:endParaRPr>
          </a:p>
          <a:p>
            <a:pPr indent="-317500" lvl="1" marL="914400" rtl="0" algn="l">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Null values</a:t>
            </a:r>
            <a:endParaRPr>
              <a:solidFill>
                <a:schemeClr val="dk1"/>
              </a:solidFill>
              <a:highlight>
                <a:srgbClr val="FFFFFF"/>
              </a:highlight>
              <a:latin typeface="Verdana"/>
              <a:ea typeface="Verdana"/>
              <a:cs typeface="Verdana"/>
              <a:sym typeface="Verdana"/>
            </a:endParaRPr>
          </a:p>
          <a:p>
            <a:pPr indent="-317500" lvl="1" marL="914400" rtl="0" algn="l">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Delete</a:t>
            </a:r>
            <a:endParaRPr>
              <a:solidFill>
                <a:schemeClr val="dk1"/>
              </a:solidFill>
              <a:highlight>
                <a:srgbClr val="FFFFFF"/>
              </a:highlight>
              <a:latin typeface="Verdana"/>
              <a:ea typeface="Verdana"/>
              <a:cs typeface="Verdana"/>
              <a:sym typeface="Verdana"/>
            </a:endParaRPr>
          </a:p>
          <a:p>
            <a:pPr indent="-317500" lvl="1" marL="914400" rtl="0" algn="l">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Update</a:t>
            </a:r>
            <a:endParaRPr>
              <a:solidFill>
                <a:schemeClr val="dk1"/>
              </a:solidFill>
              <a:highlight>
                <a:srgbClr val="FFFFFF"/>
              </a:highlight>
              <a:latin typeface="Verdana"/>
              <a:ea typeface="Verdana"/>
              <a:cs typeface="Verdana"/>
              <a:sym typeface="Verdana"/>
            </a:endParaRPr>
          </a:p>
          <a:p>
            <a:pPr indent="-317500" lvl="1" marL="914400" rtl="0" algn="l">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Min and Max</a:t>
            </a:r>
            <a:endParaRPr>
              <a:solidFill>
                <a:schemeClr val="dk1"/>
              </a:solidFill>
              <a:highlight>
                <a:srgbClr val="FFFFFF"/>
              </a:highlight>
              <a:latin typeface="Verdana"/>
              <a:ea typeface="Verdana"/>
              <a:cs typeface="Verdana"/>
              <a:sym typeface="Verdana"/>
            </a:endParaRPr>
          </a:p>
          <a:p>
            <a:pPr indent="-317500" lvl="1" marL="914400" rtl="0" algn="l">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Group by</a:t>
            </a:r>
            <a:endParaRPr>
              <a:solidFill>
                <a:schemeClr val="dk1"/>
              </a:solidFill>
              <a:highlight>
                <a:srgbClr val="FFFFFF"/>
              </a:highlight>
              <a:latin typeface="Verdana"/>
              <a:ea typeface="Verdana"/>
              <a:cs typeface="Verdana"/>
              <a:sym typeface="Verdana"/>
            </a:endParaRPr>
          </a:p>
          <a:p>
            <a:pPr indent="-317500" lvl="1" marL="914400" rtl="0" algn="l">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Jion</a:t>
            </a:r>
            <a:endParaRPr>
              <a:solidFill>
                <a:schemeClr val="dk1"/>
              </a:solidFill>
              <a:highlight>
                <a:srgbClr val="FFFFFF"/>
              </a:highlight>
              <a:latin typeface="Verdana"/>
              <a:ea typeface="Verdana"/>
              <a:cs typeface="Verdana"/>
              <a:sym typeface="Verdana"/>
            </a:endParaRPr>
          </a:p>
          <a:p>
            <a:pPr indent="-317500" lvl="1" marL="914400" rtl="0" algn="l">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Union</a:t>
            </a:r>
            <a:endParaRPr>
              <a:solidFill>
                <a:schemeClr val="dk1"/>
              </a:solidFill>
              <a:highlight>
                <a:srgbClr val="FFFFFF"/>
              </a:highlight>
              <a:latin typeface="Verdana"/>
              <a:ea typeface="Verdana"/>
              <a:cs typeface="Verdana"/>
              <a:sym typeface="Verdana"/>
            </a:endParaRPr>
          </a:p>
          <a:p>
            <a:pPr indent="-317500" lvl="1" marL="914400" rtl="0" algn="l">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Between</a:t>
            </a:r>
            <a:endParaRPr>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rPr lang="en" sz="1150">
                <a:solidFill>
                  <a:schemeClr val="dk1"/>
                </a:solidFill>
                <a:highlight>
                  <a:srgbClr val="FFFFFF"/>
                </a:highlight>
                <a:latin typeface="Verdana"/>
                <a:ea typeface="Verdana"/>
                <a:cs typeface="Verdana"/>
                <a:sym typeface="Verdana"/>
              </a:rPr>
              <a:t> </a:t>
            </a:r>
            <a:endParaRPr b="1" sz="2400">
              <a:solidFill>
                <a:srgbClr val="0000FF"/>
              </a:solidFill>
            </a:endParaRPr>
          </a:p>
          <a:p>
            <a:pPr indent="0" lvl="0" marL="0" rtl="0" algn="l">
              <a:spcBef>
                <a:spcPts val="0"/>
              </a:spcBef>
              <a:spcAft>
                <a:spcPts val="0"/>
              </a:spcAft>
              <a:buNone/>
            </a:pPr>
            <a:r>
              <a:t/>
            </a:r>
            <a:endParaRPr b="1" sz="2400">
              <a:solidFill>
                <a:srgbClr val="0000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6" name="Shape 76"/>
        <p:cNvGrpSpPr/>
        <p:nvPr/>
      </p:nvGrpSpPr>
      <p:grpSpPr>
        <a:xfrm>
          <a:off x="0" y="0"/>
          <a:ext cx="0" cy="0"/>
          <a:chOff x="0" y="0"/>
          <a:chExt cx="0" cy="0"/>
        </a:xfrm>
      </p:grpSpPr>
      <p:pic>
        <p:nvPicPr>
          <p:cNvPr id="77" name="Google Shape;77;p16"/>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78" name="Google Shape;78;p16"/>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79" name="Google Shape;79;p16"/>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80" name="Google Shape;80;p16"/>
          <p:cNvSpPr txBox="1"/>
          <p:nvPr/>
        </p:nvSpPr>
        <p:spPr>
          <a:xfrm>
            <a:off x="42775" y="317838"/>
            <a:ext cx="8961000" cy="428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rgbClr val="0000FF"/>
                </a:solidFill>
              </a:rPr>
              <a:t>SQL queries in Pandas:</a:t>
            </a:r>
            <a:endParaRPr b="1" sz="2400">
              <a:solidFill>
                <a:srgbClr val="0000FF"/>
              </a:solidFill>
            </a:endParaRPr>
          </a:p>
          <a:p>
            <a:pPr indent="0" lvl="0" marL="0" rtl="0" algn="l">
              <a:spcBef>
                <a:spcPts val="0"/>
              </a:spcBef>
              <a:spcAft>
                <a:spcPts val="0"/>
              </a:spcAft>
              <a:buNone/>
            </a:pPr>
            <a:r>
              <a:t/>
            </a:r>
            <a:endParaRPr b="1" sz="2400">
              <a:solidFill>
                <a:srgbClr val="0000FF"/>
              </a:solidFill>
            </a:endParaRPr>
          </a:p>
          <a:p>
            <a:pPr indent="-317500" lvl="0" marL="457200" rtl="0" algn="l">
              <a:lnSpc>
                <a:spcPct val="115000"/>
              </a:lnSpc>
              <a:spcBef>
                <a:spcPts val="0"/>
              </a:spcBef>
              <a:spcAft>
                <a:spcPts val="0"/>
              </a:spcAft>
              <a:buSzPts val="1400"/>
              <a:buChar char="●"/>
            </a:pPr>
            <a:r>
              <a:rPr lang="en"/>
              <a:t>Usage of following SQL commands in Pandas.</a:t>
            </a:r>
            <a:endParaRPr/>
          </a:p>
          <a:p>
            <a:pPr indent="0" lvl="0" marL="45720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b="1" lang="en">
                <a:solidFill>
                  <a:schemeClr val="dk1"/>
                </a:solidFill>
                <a:highlight>
                  <a:schemeClr val="lt1"/>
                </a:highlight>
                <a:latin typeface="Verdana"/>
                <a:ea typeface="Verdana"/>
                <a:cs typeface="Verdana"/>
                <a:sym typeface="Verdana"/>
              </a:rPr>
              <a:t>SELECT</a:t>
            </a:r>
            <a:r>
              <a:rPr b="1" lang="en"/>
              <a:t>:</a:t>
            </a:r>
            <a:endParaRPr b="1"/>
          </a:p>
          <a:p>
            <a:pPr indent="0" lvl="0" marL="0" rtl="0" algn="l">
              <a:lnSpc>
                <a:spcPct val="115000"/>
              </a:lnSpc>
              <a:spcBef>
                <a:spcPts val="0"/>
              </a:spcBef>
              <a:spcAft>
                <a:spcPts val="0"/>
              </a:spcAft>
              <a:buNone/>
            </a:pPr>
            <a:r>
              <a:t/>
            </a:r>
            <a:endParaRPr b="1"/>
          </a:p>
          <a:p>
            <a:pPr indent="-317500" lvl="0" marL="457200" rtl="0" algn="l">
              <a:lnSpc>
                <a:spcPct val="115000"/>
              </a:lnSpc>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The SELECT statement is used to select data from a database.This command is used select specific columns and rows   in a data. </a:t>
            </a:r>
            <a:endParaRPr>
              <a:solidFill>
                <a:schemeClr val="dk1"/>
              </a:solidFill>
              <a:highlight>
                <a:srgbClr val="FFFFFF"/>
              </a:highlight>
              <a:latin typeface="Verdana"/>
              <a:ea typeface="Verdana"/>
              <a:cs typeface="Verdana"/>
              <a:sym typeface="Verdana"/>
            </a:endParaRPr>
          </a:p>
          <a:p>
            <a:pPr indent="0" lvl="0" marL="0" rtl="0" algn="l">
              <a:lnSpc>
                <a:spcPct val="115000"/>
              </a:lnSpc>
              <a:spcBef>
                <a:spcPts val="0"/>
              </a:spcBef>
              <a:spcAft>
                <a:spcPts val="0"/>
              </a:spcAft>
              <a:buNone/>
            </a:pPr>
            <a:r>
              <a:rPr b="1" lang="en">
                <a:highlight>
                  <a:srgbClr val="FFFFFF"/>
                </a:highlight>
                <a:latin typeface="Verdana"/>
                <a:ea typeface="Verdana"/>
                <a:cs typeface="Verdana"/>
                <a:sym typeface="Verdana"/>
              </a:rPr>
              <a:t>SELECT DISTINCT:</a:t>
            </a:r>
            <a:endParaRPr b="1">
              <a:highlight>
                <a:srgbClr val="FFFFFF"/>
              </a:highlight>
              <a:latin typeface="Verdana"/>
              <a:ea typeface="Verdana"/>
              <a:cs typeface="Verdana"/>
              <a:sym typeface="Verdana"/>
            </a:endParaRPr>
          </a:p>
          <a:p>
            <a:pPr indent="-317500" lvl="0" marL="457200" rtl="0" algn="l">
              <a:lnSpc>
                <a:spcPct val="115000"/>
              </a:lnSpc>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The SELECT DISTINCT statement is used to return only distinct (different) values.</a:t>
            </a:r>
            <a:endParaRPr>
              <a:solidFill>
                <a:schemeClr val="dk1"/>
              </a:solidFill>
              <a:highlight>
                <a:srgbClr val="FFFFFF"/>
              </a:highlight>
              <a:latin typeface="Verdana"/>
              <a:ea typeface="Verdana"/>
              <a:cs typeface="Verdana"/>
              <a:sym typeface="Verdana"/>
            </a:endParaRPr>
          </a:p>
          <a:p>
            <a:pPr indent="-317500" lvl="0" marL="457200" rtl="0" algn="l">
              <a:lnSpc>
                <a:spcPct val="115000"/>
              </a:lnSpc>
              <a:spcBef>
                <a:spcPts val="0"/>
              </a:spcBef>
              <a:spcAft>
                <a:spcPts val="0"/>
              </a:spcAft>
              <a:buClr>
                <a:schemeClr val="dk1"/>
              </a:buClr>
              <a:buSzPts val="1400"/>
              <a:buFont typeface="Verdana"/>
              <a:buChar char="●"/>
            </a:pPr>
            <a:r>
              <a:rPr lang="en">
                <a:solidFill>
                  <a:schemeClr val="dk1"/>
                </a:solidFill>
                <a:latin typeface="Verdana"/>
                <a:ea typeface="Verdana"/>
                <a:cs typeface="Verdana"/>
                <a:sym typeface="Verdana"/>
              </a:rPr>
              <a:t>Inside a table, a column contains many duplicate values and sometimes  to list the distinct  values.</a:t>
            </a:r>
            <a:endParaRPr>
              <a:solidFill>
                <a:schemeClr val="dk1"/>
              </a:solidFill>
              <a:latin typeface="Verdana"/>
              <a:ea typeface="Verdana"/>
              <a:cs typeface="Verdana"/>
              <a:sym typeface="Verdana"/>
            </a:endParaRPr>
          </a:p>
          <a:p>
            <a:pPr indent="0" lvl="0" marL="0" rtl="0" algn="l">
              <a:lnSpc>
                <a:spcPct val="115000"/>
              </a:lnSpc>
              <a:spcBef>
                <a:spcPts val="0"/>
              </a:spcBef>
              <a:spcAft>
                <a:spcPts val="0"/>
              </a:spcAft>
              <a:buNone/>
            </a:pPr>
            <a:r>
              <a:t/>
            </a:r>
            <a:endParaRPr>
              <a:solidFill>
                <a:schemeClr val="dk1"/>
              </a:solidFill>
              <a:latin typeface="Verdana"/>
              <a:ea typeface="Verdana"/>
              <a:cs typeface="Verdana"/>
              <a:sym typeface="Verdana"/>
            </a:endParaRPr>
          </a:p>
          <a:p>
            <a:pPr indent="0" lvl="0" marL="0" rtl="0" algn="l">
              <a:lnSpc>
                <a:spcPct val="115000"/>
              </a:lnSpc>
              <a:spcBef>
                <a:spcPts val="0"/>
              </a:spcBef>
              <a:spcAft>
                <a:spcPts val="0"/>
              </a:spcAft>
              <a:buNone/>
            </a:pPr>
            <a:r>
              <a:rPr b="1" lang="en">
                <a:solidFill>
                  <a:schemeClr val="dk1"/>
                </a:solidFill>
                <a:highlight>
                  <a:srgbClr val="FFFFFF"/>
                </a:highlight>
                <a:latin typeface="Verdana"/>
                <a:ea typeface="Verdana"/>
                <a:cs typeface="Verdana"/>
                <a:sym typeface="Verdana"/>
              </a:rPr>
              <a:t>WHERE:</a:t>
            </a:r>
            <a:endParaRPr b="1">
              <a:solidFill>
                <a:schemeClr val="dk1"/>
              </a:solidFill>
              <a:highlight>
                <a:srgbClr val="FFFFFF"/>
              </a:highlight>
              <a:latin typeface="Verdana"/>
              <a:ea typeface="Verdana"/>
              <a:cs typeface="Verdana"/>
              <a:sym typeface="Verdana"/>
            </a:endParaRPr>
          </a:p>
          <a:p>
            <a:pPr indent="-317500" lvl="0" marL="457200" rtl="0" algn="l">
              <a:lnSpc>
                <a:spcPct val="115000"/>
              </a:lnSpc>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The WHERE clause is used to filter records.</a:t>
            </a:r>
            <a:endParaRPr>
              <a:solidFill>
                <a:schemeClr val="dk1"/>
              </a:solidFill>
              <a:highlight>
                <a:srgbClr val="FFFFFF"/>
              </a:highlight>
              <a:latin typeface="Verdana"/>
              <a:ea typeface="Verdana"/>
              <a:cs typeface="Verdana"/>
              <a:sym typeface="Verdana"/>
            </a:endParaRPr>
          </a:p>
          <a:p>
            <a:pPr indent="-317500" lvl="0" marL="457200" rtl="0" algn="l">
              <a:lnSpc>
                <a:spcPct val="115000"/>
              </a:lnSpc>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It extracts only some records that fulfill the specific conditions. </a:t>
            </a:r>
            <a:endParaRPr>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t/>
            </a:r>
            <a:endParaRPr b="1">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t/>
            </a:r>
            <a:endParaRPr b="1">
              <a:solidFill>
                <a:schemeClr val="dk1"/>
              </a:solidFill>
              <a:highlight>
                <a:srgbClr val="FFFFFF"/>
              </a:highlight>
              <a:latin typeface="Verdana"/>
              <a:ea typeface="Verdana"/>
              <a:cs typeface="Verdana"/>
              <a:sym typeface="Verdana"/>
            </a:endParaRPr>
          </a:p>
          <a:p>
            <a:pPr indent="0" lvl="0" marL="45720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4" name="Shape 84"/>
        <p:cNvGrpSpPr/>
        <p:nvPr/>
      </p:nvGrpSpPr>
      <p:grpSpPr>
        <a:xfrm>
          <a:off x="0" y="0"/>
          <a:ext cx="0" cy="0"/>
          <a:chOff x="0" y="0"/>
          <a:chExt cx="0" cy="0"/>
        </a:xfrm>
      </p:grpSpPr>
      <p:pic>
        <p:nvPicPr>
          <p:cNvPr id="85" name="Google Shape;85;p17"/>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86" name="Google Shape;86;p17"/>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87" name="Google Shape;87;p17"/>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88" name="Google Shape;88;p17"/>
          <p:cNvSpPr txBox="1"/>
          <p:nvPr/>
        </p:nvSpPr>
        <p:spPr>
          <a:xfrm>
            <a:off x="42775" y="317851"/>
            <a:ext cx="8961000" cy="455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0000FF"/>
                </a:solidFill>
              </a:rPr>
              <a:t>Implementing SQL commands in Python:</a:t>
            </a:r>
            <a:endParaRPr b="1" sz="2400">
              <a:solidFill>
                <a:srgbClr val="0000FF"/>
              </a:solidFill>
            </a:endParaRPr>
          </a:p>
          <a:p>
            <a:pPr indent="-317500" lvl="0" marL="457200" rtl="0" algn="l">
              <a:lnSpc>
                <a:spcPct val="115000"/>
              </a:lnSpc>
              <a:spcBef>
                <a:spcPts val="0"/>
              </a:spcBef>
              <a:spcAft>
                <a:spcPts val="0"/>
              </a:spcAft>
              <a:buSzPts val="1400"/>
              <a:buChar char="●"/>
            </a:pPr>
            <a:r>
              <a:rPr lang="en"/>
              <a:t>Importing libraries.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317500" lvl="0" marL="457200" rtl="0" algn="l">
              <a:lnSpc>
                <a:spcPct val="115000"/>
              </a:lnSpc>
              <a:spcBef>
                <a:spcPts val="0"/>
              </a:spcBef>
              <a:spcAft>
                <a:spcPts val="0"/>
              </a:spcAft>
              <a:buSzPts val="1400"/>
              <a:buChar char="●"/>
            </a:pPr>
            <a:r>
              <a:rPr lang="en"/>
              <a:t>Read the csv file.</a:t>
            </a:r>
            <a:endParaRPr/>
          </a:p>
          <a:p>
            <a:pPr indent="0" lvl="0" marL="0" rtl="0" algn="l">
              <a:spcBef>
                <a:spcPts val="0"/>
              </a:spcBef>
              <a:spcAft>
                <a:spcPts val="0"/>
              </a:spcAft>
              <a:buNone/>
            </a:pPr>
            <a:r>
              <a:t/>
            </a:r>
            <a:endParaRPr b="1">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t/>
            </a:r>
            <a:endParaRPr b="1">
              <a:solidFill>
                <a:schemeClr val="dk1"/>
              </a:solidFill>
              <a:highlight>
                <a:srgbClr val="FFFFFF"/>
              </a:highlight>
              <a:latin typeface="Verdana"/>
              <a:ea typeface="Verdana"/>
              <a:cs typeface="Verdana"/>
              <a:sym typeface="Verdana"/>
            </a:endParaRPr>
          </a:p>
          <a:p>
            <a:pPr indent="0" lvl="0" marL="457200" rtl="0" algn="l">
              <a:spcBef>
                <a:spcPts val="0"/>
              </a:spcBef>
              <a:spcAft>
                <a:spcPts val="0"/>
              </a:spcAft>
              <a:buNone/>
            </a:pPr>
            <a:r>
              <a:t/>
            </a:r>
            <a:endParaRPr/>
          </a:p>
        </p:txBody>
      </p:sp>
      <p:pic>
        <p:nvPicPr>
          <p:cNvPr id="89" name="Google Shape;89;p17"/>
          <p:cNvPicPr preferRelativeResize="0"/>
          <p:nvPr/>
        </p:nvPicPr>
        <p:blipFill>
          <a:blip r:embed="rId5">
            <a:alphaModFix/>
          </a:blip>
          <a:stretch>
            <a:fillRect/>
          </a:stretch>
        </p:blipFill>
        <p:spPr>
          <a:xfrm>
            <a:off x="675775" y="1090238"/>
            <a:ext cx="4152900" cy="1057275"/>
          </a:xfrm>
          <a:prstGeom prst="rect">
            <a:avLst/>
          </a:prstGeom>
          <a:noFill/>
          <a:ln>
            <a:noFill/>
          </a:ln>
        </p:spPr>
      </p:pic>
      <p:pic>
        <p:nvPicPr>
          <p:cNvPr id="90" name="Google Shape;90;p17"/>
          <p:cNvPicPr preferRelativeResize="0"/>
          <p:nvPr/>
        </p:nvPicPr>
        <p:blipFill>
          <a:blip r:embed="rId6">
            <a:alphaModFix/>
          </a:blip>
          <a:stretch>
            <a:fillRect/>
          </a:stretch>
        </p:blipFill>
        <p:spPr>
          <a:xfrm>
            <a:off x="732525" y="2571750"/>
            <a:ext cx="6329724" cy="2348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4" name="Shape 94"/>
        <p:cNvGrpSpPr/>
        <p:nvPr/>
      </p:nvGrpSpPr>
      <p:grpSpPr>
        <a:xfrm>
          <a:off x="0" y="0"/>
          <a:ext cx="0" cy="0"/>
          <a:chOff x="0" y="0"/>
          <a:chExt cx="0" cy="0"/>
        </a:xfrm>
      </p:grpSpPr>
      <p:pic>
        <p:nvPicPr>
          <p:cNvPr id="95" name="Google Shape;95;p18"/>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96" name="Google Shape;96;p18"/>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97" name="Google Shape;97;p18"/>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98" name="Google Shape;98;p18"/>
          <p:cNvSpPr txBox="1"/>
          <p:nvPr/>
        </p:nvSpPr>
        <p:spPr>
          <a:xfrm>
            <a:off x="42775" y="317851"/>
            <a:ext cx="8961000" cy="45564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n"/>
              <a:t>Divide the csv file into two tables.</a:t>
            </a:r>
            <a:endParaRPr/>
          </a:p>
          <a:p>
            <a:pPr indent="0" lvl="0" marL="457200" rtl="0" algn="l">
              <a:lnSpc>
                <a:spcPct val="115000"/>
              </a:lnSpc>
              <a:spcBef>
                <a:spcPts val="0"/>
              </a:spcBef>
              <a:spcAft>
                <a:spcPts val="0"/>
              </a:spcAft>
              <a:buNone/>
            </a:pPr>
            <a:r>
              <a:t/>
            </a:r>
            <a:endParaRPr/>
          </a:p>
          <a:p>
            <a:pPr indent="0" lvl="0" marL="0" rtl="0" algn="l">
              <a:spcBef>
                <a:spcPts val="0"/>
              </a:spcBef>
              <a:spcAft>
                <a:spcPts val="0"/>
              </a:spcAft>
              <a:buNone/>
            </a:pPr>
            <a:r>
              <a:t/>
            </a:r>
            <a:endParaRPr b="1">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t/>
            </a:r>
            <a:endParaRPr b="1">
              <a:solidFill>
                <a:schemeClr val="dk1"/>
              </a:solidFill>
              <a:highlight>
                <a:srgbClr val="FFFFFF"/>
              </a:highlight>
              <a:latin typeface="Verdana"/>
              <a:ea typeface="Verdana"/>
              <a:cs typeface="Verdana"/>
              <a:sym typeface="Verdana"/>
            </a:endParaRPr>
          </a:p>
          <a:p>
            <a:pPr indent="0" lvl="0" marL="457200" rtl="0" algn="l">
              <a:spcBef>
                <a:spcPts val="0"/>
              </a:spcBef>
              <a:spcAft>
                <a:spcPts val="0"/>
              </a:spcAft>
              <a:buNone/>
            </a:pPr>
            <a:r>
              <a:t/>
            </a:r>
            <a:endParaRPr/>
          </a:p>
        </p:txBody>
      </p:sp>
      <p:pic>
        <p:nvPicPr>
          <p:cNvPr id="99" name="Google Shape;99;p18"/>
          <p:cNvPicPr preferRelativeResize="0"/>
          <p:nvPr/>
        </p:nvPicPr>
        <p:blipFill>
          <a:blip r:embed="rId5">
            <a:alphaModFix/>
          </a:blip>
          <a:stretch>
            <a:fillRect/>
          </a:stretch>
        </p:blipFill>
        <p:spPr>
          <a:xfrm>
            <a:off x="697525" y="700050"/>
            <a:ext cx="6833100" cy="3918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3" name="Shape 103"/>
        <p:cNvGrpSpPr/>
        <p:nvPr/>
      </p:nvGrpSpPr>
      <p:grpSpPr>
        <a:xfrm>
          <a:off x="0" y="0"/>
          <a:ext cx="0" cy="0"/>
          <a:chOff x="0" y="0"/>
          <a:chExt cx="0" cy="0"/>
        </a:xfrm>
      </p:grpSpPr>
      <p:pic>
        <p:nvPicPr>
          <p:cNvPr id="104" name="Google Shape;104;p19"/>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105" name="Google Shape;105;p19"/>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106" name="Google Shape;106;p19"/>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107" name="Google Shape;107;p19"/>
          <p:cNvSpPr txBox="1"/>
          <p:nvPr/>
        </p:nvSpPr>
        <p:spPr>
          <a:xfrm>
            <a:off x="0" y="140726"/>
            <a:ext cx="8961000" cy="455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0"/>
              </a:spcAft>
              <a:buNone/>
            </a:pPr>
            <a:r>
              <a:rPr b="1" lang="en" sz="2300">
                <a:solidFill>
                  <a:srgbClr val="0000FF"/>
                </a:solidFill>
              </a:rPr>
              <a:t>SELECT, WHERE, DISTINCT, LIMIT:</a:t>
            </a:r>
            <a:endParaRPr b="1" sz="2300">
              <a:solidFill>
                <a:srgbClr val="0000FF"/>
              </a:solidFill>
            </a:endParaRPr>
          </a:p>
          <a:p>
            <a:pPr indent="0" lvl="0" marL="0" rtl="0" algn="l">
              <a:lnSpc>
                <a:spcPct val="115000"/>
              </a:lnSpc>
              <a:spcBef>
                <a:spcPts val="2400"/>
              </a:spcBef>
              <a:spcAft>
                <a:spcPts val="0"/>
              </a:spcAft>
              <a:buClr>
                <a:schemeClr val="dk1"/>
              </a:buClr>
              <a:buSzPts val="1100"/>
              <a:buFont typeface="Arial"/>
              <a:buNone/>
            </a:pPr>
            <a:r>
              <a:t/>
            </a:r>
            <a:endParaRPr b="1" sz="2300">
              <a:solidFill>
                <a:srgbClr val="0000FF"/>
              </a:solidFill>
            </a:endParaRPr>
          </a:p>
          <a:p>
            <a:pPr indent="0" lvl="0" marL="457200" rtl="0" algn="l">
              <a:lnSpc>
                <a:spcPct val="115000"/>
              </a:lnSpc>
              <a:spcBef>
                <a:spcPts val="600"/>
              </a:spcBef>
              <a:spcAft>
                <a:spcPts val="0"/>
              </a:spcAft>
              <a:buNone/>
            </a:pPr>
            <a:r>
              <a:t/>
            </a:r>
            <a:endParaRPr/>
          </a:p>
          <a:p>
            <a:pPr indent="0" lvl="0" marL="0" rtl="0" algn="l">
              <a:spcBef>
                <a:spcPts val="0"/>
              </a:spcBef>
              <a:spcAft>
                <a:spcPts val="0"/>
              </a:spcAft>
              <a:buNone/>
            </a:pPr>
            <a:r>
              <a:t/>
            </a:r>
            <a:endParaRPr b="1">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t/>
            </a:r>
            <a:endParaRPr b="1">
              <a:solidFill>
                <a:schemeClr val="dk1"/>
              </a:solidFill>
              <a:highlight>
                <a:srgbClr val="FFFFFF"/>
              </a:highlight>
              <a:latin typeface="Verdana"/>
              <a:ea typeface="Verdana"/>
              <a:cs typeface="Verdana"/>
              <a:sym typeface="Verdana"/>
            </a:endParaRPr>
          </a:p>
          <a:p>
            <a:pPr indent="0" lvl="0" marL="457200" rtl="0" algn="l">
              <a:spcBef>
                <a:spcPts val="0"/>
              </a:spcBef>
              <a:spcAft>
                <a:spcPts val="0"/>
              </a:spcAft>
              <a:buNone/>
            </a:pPr>
            <a:r>
              <a:t/>
            </a:r>
            <a:endParaRPr/>
          </a:p>
        </p:txBody>
      </p:sp>
      <p:pic>
        <p:nvPicPr>
          <p:cNvPr id="108" name="Google Shape;108;p19"/>
          <p:cNvPicPr preferRelativeResize="0"/>
          <p:nvPr/>
        </p:nvPicPr>
        <p:blipFill>
          <a:blip r:embed="rId5">
            <a:alphaModFix/>
          </a:blip>
          <a:stretch>
            <a:fillRect/>
          </a:stretch>
        </p:blipFill>
        <p:spPr>
          <a:xfrm>
            <a:off x="313575" y="1201163"/>
            <a:ext cx="7505700" cy="3057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2" name="Shape 112"/>
        <p:cNvGrpSpPr/>
        <p:nvPr/>
      </p:nvGrpSpPr>
      <p:grpSpPr>
        <a:xfrm>
          <a:off x="0" y="0"/>
          <a:ext cx="0" cy="0"/>
          <a:chOff x="0" y="0"/>
          <a:chExt cx="0" cy="0"/>
        </a:xfrm>
      </p:grpSpPr>
      <p:pic>
        <p:nvPicPr>
          <p:cNvPr id="113" name="Google Shape;113;p20"/>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114" name="Google Shape;114;p20"/>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115" name="Google Shape;115;p20"/>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116" name="Google Shape;116;p20"/>
          <p:cNvSpPr txBox="1"/>
          <p:nvPr/>
        </p:nvSpPr>
        <p:spPr>
          <a:xfrm>
            <a:off x="0" y="140726"/>
            <a:ext cx="8961000" cy="455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0"/>
              </a:spcAft>
              <a:buNone/>
            </a:pPr>
            <a:r>
              <a:rPr b="1" lang="en" sz="2300">
                <a:solidFill>
                  <a:srgbClr val="0000FF"/>
                </a:solidFill>
              </a:rPr>
              <a:t>SELECT with multiple conditions:</a:t>
            </a:r>
            <a:endParaRPr b="1" sz="2300">
              <a:solidFill>
                <a:srgbClr val="0000FF"/>
              </a:solidFill>
            </a:endParaRPr>
          </a:p>
          <a:p>
            <a:pPr indent="0" lvl="0" marL="0" rtl="0" algn="l">
              <a:lnSpc>
                <a:spcPct val="115000"/>
              </a:lnSpc>
              <a:spcBef>
                <a:spcPts val="2400"/>
              </a:spcBef>
              <a:spcAft>
                <a:spcPts val="0"/>
              </a:spcAft>
              <a:buNone/>
            </a:pPr>
            <a:r>
              <a:t/>
            </a:r>
            <a:endParaRPr b="1" sz="2300">
              <a:solidFill>
                <a:srgbClr val="0000FF"/>
              </a:solidFill>
            </a:endParaRPr>
          </a:p>
          <a:p>
            <a:pPr indent="0" lvl="0" marL="0" rtl="0" algn="l">
              <a:lnSpc>
                <a:spcPct val="115000"/>
              </a:lnSpc>
              <a:spcBef>
                <a:spcPts val="2400"/>
              </a:spcBef>
              <a:spcAft>
                <a:spcPts val="0"/>
              </a:spcAft>
              <a:buNone/>
            </a:pPr>
            <a:r>
              <a:t/>
            </a:r>
            <a:endParaRPr b="1" sz="2300">
              <a:solidFill>
                <a:srgbClr val="0000FF"/>
              </a:solidFill>
            </a:endParaRPr>
          </a:p>
          <a:p>
            <a:pPr indent="0" lvl="0" marL="457200" rtl="0" algn="l">
              <a:lnSpc>
                <a:spcPct val="115000"/>
              </a:lnSpc>
              <a:spcBef>
                <a:spcPts val="600"/>
              </a:spcBef>
              <a:spcAft>
                <a:spcPts val="0"/>
              </a:spcAft>
              <a:buNone/>
            </a:pPr>
            <a:r>
              <a:t/>
            </a:r>
            <a:endParaRPr/>
          </a:p>
          <a:p>
            <a:pPr indent="0" lvl="0" marL="0" rtl="0" algn="l">
              <a:spcBef>
                <a:spcPts val="0"/>
              </a:spcBef>
              <a:spcAft>
                <a:spcPts val="0"/>
              </a:spcAft>
              <a:buNone/>
            </a:pPr>
            <a:r>
              <a:t/>
            </a:r>
            <a:endParaRPr b="1">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t/>
            </a:r>
            <a:endParaRPr b="1">
              <a:solidFill>
                <a:schemeClr val="dk1"/>
              </a:solidFill>
              <a:highlight>
                <a:srgbClr val="FFFFFF"/>
              </a:highlight>
              <a:latin typeface="Verdana"/>
              <a:ea typeface="Verdana"/>
              <a:cs typeface="Verdana"/>
              <a:sym typeface="Verdana"/>
            </a:endParaRPr>
          </a:p>
          <a:p>
            <a:pPr indent="0" lvl="0" marL="457200" rtl="0" algn="l">
              <a:spcBef>
                <a:spcPts val="0"/>
              </a:spcBef>
              <a:spcAft>
                <a:spcPts val="0"/>
              </a:spcAft>
              <a:buNone/>
            </a:pPr>
            <a:r>
              <a:t/>
            </a:r>
            <a:endParaRPr/>
          </a:p>
        </p:txBody>
      </p:sp>
      <p:pic>
        <p:nvPicPr>
          <p:cNvPr id="117" name="Google Shape;117;p20"/>
          <p:cNvPicPr preferRelativeResize="0"/>
          <p:nvPr/>
        </p:nvPicPr>
        <p:blipFill>
          <a:blip r:embed="rId5">
            <a:alphaModFix/>
          </a:blip>
          <a:stretch>
            <a:fillRect/>
          </a:stretch>
        </p:blipFill>
        <p:spPr>
          <a:xfrm>
            <a:off x="359750" y="1057875"/>
            <a:ext cx="7379800" cy="3639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1" name="Shape 121"/>
        <p:cNvGrpSpPr/>
        <p:nvPr/>
      </p:nvGrpSpPr>
      <p:grpSpPr>
        <a:xfrm>
          <a:off x="0" y="0"/>
          <a:ext cx="0" cy="0"/>
          <a:chOff x="0" y="0"/>
          <a:chExt cx="0" cy="0"/>
        </a:xfrm>
      </p:grpSpPr>
      <p:pic>
        <p:nvPicPr>
          <p:cNvPr id="122" name="Google Shape;122;p21"/>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123" name="Google Shape;123;p21"/>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124" name="Google Shape;124;p21"/>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125" name="Google Shape;125;p21"/>
          <p:cNvSpPr txBox="1"/>
          <p:nvPr/>
        </p:nvSpPr>
        <p:spPr>
          <a:xfrm>
            <a:off x="0" y="500450"/>
            <a:ext cx="9101100" cy="450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400"/>
              </a:spcBef>
              <a:spcAft>
                <a:spcPts val="0"/>
              </a:spcAft>
              <a:buNone/>
            </a:pPr>
            <a:r>
              <a:rPr b="1" lang="en">
                <a:solidFill>
                  <a:schemeClr val="dk1"/>
                </a:solidFill>
              </a:rPr>
              <a:t>ORDER BY:</a:t>
            </a:r>
            <a:endParaRPr b="1">
              <a:solidFill>
                <a:schemeClr val="dk1"/>
              </a:solidFill>
            </a:endParaRPr>
          </a:p>
          <a:p>
            <a:pPr indent="-317500" lvl="0" marL="457200" rtl="0" algn="l">
              <a:lnSpc>
                <a:spcPct val="115000"/>
              </a:lnSpc>
              <a:spcBef>
                <a:spcPts val="40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The ORDER BY keyword is used to sort the data in ascending or descending order. By default it takes Ascending order.</a:t>
            </a:r>
            <a:endParaRPr>
              <a:solidFill>
                <a:schemeClr val="dk1"/>
              </a:solidFill>
              <a:highlight>
                <a:srgbClr val="FFFFFF"/>
              </a:highlight>
              <a:latin typeface="Verdana"/>
              <a:ea typeface="Verdana"/>
              <a:cs typeface="Verdana"/>
              <a:sym typeface="Verdana"/>
            </a:endParaRPr>
          </a:p>
          <a:p>
            <a:pPr indent="0" lvl="0" marL="0" rtl="0" algn="l">
              <a:lnSpc>
                <a:spcPct val="115000"/>
              </a:lnSpc>
              <a:spcBef>
                <a:spcPts val="400"/>
              </a:spcBef>
              <a:spcAft>
                <a:spcPts val="0"/>
              </a:spcAft>
              <a:buNone/>
            </a:pPr>
            <a:r>
              <a:rPr b="1" lang="en">
                <a:solidFill>
                  <a:schemeClr val="dk1"/>
                </a:solidFill>
                <a:highlight>
                  <a:srgbClr val="FFFFFF"/>
                </a:highlight>
                <a:latin typeface="Verdana"/>
                <a:ea typeface="Verdana"/>
                <a:cs typeface="Verdana"/>
                <a:sym typeface="Verdana"/>
              </a:rPr>
              <a:t>IN:</a:t>
            </a:r>
            <a:endParaRPr b="1">
              <a:solidFill>
                <a:schemeClr val="dk1"/>
              </a:solidFill>
              <a:highlight>
                <a:srgbClr val="FFFFFF"/>
              </a:highlight>
              <a:latin typeface="Verdana"/>
              <a:ea typeface="Verdana"/>
              <a:cs typeface="Verdana"/>
              <a:sym typeface="Verdana"/>
            </a:endParaRPr>
          </a:p>
          <a:p>
            <a:pPr indent="-317500" lvl="0" marL="457200" rtl="0" algn="l">
              <a:lnSpc>
                <a:spcPct val="115000"/>
              </a:lnSpc>
              <a:spcBef>
                <a:spcPts val="40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The IN operator is used to specify the multiple values in a WHERE clause.</a:t>
            </a:r>
            <a:endParaRPr>
              <a:solidFill>
                <a:schemeClr val="dk1"/>
              </a:solidFill>
              <a:highlight>
                <a:srgbClr val="FFFFFF"/>
              </a:highlight>
              <a:latin typeface="Verdana"/>
              <a:ea typeface="Verdana"/>
              <a:cs typeface="Verdana"/>
              <a:sym typeface="Verdana"/>
            </a:endParaRPr>
          </a:p>
          <a:p>
            <a:pPr indent="-317500" lvl="0" marL="457200" rtl="0" algn="l">
              <a:lnSpc>
                <a:spcPct val="115000"/>
              </a:lnSpc>
              <a:spcBef>
                <a:spcPts val="40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The IN operator is shorthand for multiple OR conditions.</a:t>
            </a:r>
            <a:endParaRPr>
              <a:solidFill>
                <a:schemeClr val="dk1"/>
              </a:solidFill>
              <a:highlight>
                <a:srgbClr val="FFFFFF"/>
              </a:highlight>
              <a:latin typeface="Verdana"/>
              <a:ea typeface="Verdana"/>
              <a:cs typeface="Verdana"/>
              <a:sym typeface="Verdana"/>
            </a:endParaRPr>
          </a:p>
          <a:p>
            <a:pPr indent="0" lvl="0" marL="0" rtl="0" algn="l">
              <a:lnSpc>
                <a:spcPct val="115000"/>
              </a:lnSpc>
              <a:spcBef>
                <a:spcPts val="400"/>
              </a:spcBef>
              <a:spcAft>
                <a:spcPts val="0"/>
              </a:spcAft>
              <a:buNone/>
            </a:pPr>
            <a:r>
              <a:rPr b="1" lang="en">
                <a:solidFill>
                  <a:schemeClr val="dk1"/>
                </a:solidFill>
                <a:highlight>
                  <a:srgbClr val="FFFFFF"/>
                </a:highlight>
                <a:latin typeface="Verdana"/>
                <a:ea typeface="Verdana"/>
                <a:cs typeface="Verdana"/>
                <a:sym typeface="Verdana"/>
              </a:rPr>
              <a:t>GROUP BY:</a:t>
            </a:r>
            <a:endParaRPr b="1">
              <a:solidFill>
                <a:schemeClr val="dk1"/>
              </a:solidFill>
              <a:highlight>
                <a:srgbClr val="FFFFFF"/>
              </a:highlight>
              <a:latin typeface="Verdana"/>
              <a:ea typeface="Verdana"/>
              <a:cs typeface="Verdana"/>
              <a:sym typeface="Verdana"/>
            </a:endParaRPr>
          </a:p>
          <a:p>
            <a:pPr indent="-317500" lvl="0" marL="457200" rtl="0" algn="l">
              <a:lnSpc>
                <a:spcPct val="115000"/>
              </a:lnSpc>
              <a:spcBef>
                <a:spcPts val="40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The GROUP BY statement is used with aggregate functions (COUNT, MAX, MIN, SUM, AVG) to group the result-set by one or more columns.</a:t>
            </a:r>
            <a:endParaRPr>
              <a:solidFill>
                <a:schemeClr val="dk1"/>
              </a:solidFill>
              <a:highlight>
                <a:srgbClr val="FFFFFF"/>
              </a:highlight>
              <a:latin typeface="Verdana"/>
              <a:ea typeface="Verdana"/>
              <a:cs typeface="Verdana"/>
              <a:sym typeface="Verdana"/>
            </a:endParaRPr>
          </a:p>
          <a:p>
            <a:pPr indent="0" lvl="0" marL="0" rtl="0" algn="l">
              <a:lnSpc>
                <a:spcPct val="115000"/>
              </a:lnSpc>
              <a:spcBef>
                <a:spcPts val="400"/>
              </a:spcBef>
              <a:spcAft>
                <a:spcPts val="0"/>
              </a:spcAft>
              <a:buNone/>
            </a:pPr>
            <a:r>
              <a:rPr b="1" lang="en">
                <a:solidFill>
                  <a:schemeClr val="dk1"/>
                </a:solidFill>
                <a:highlight>
                  <a:srgbClr val="FFFFFF"/>
                </a:highlight>
                <a:latin typeface="Verdana"/>
                <a:ea typeface="Verdana"/>
                <a:cs typeface="Verdana"/>
                <a:sym typeface="Verdana"/>
              </a:rPr>
              <a:t>COUNT:</a:t>
            </a:r>
            <a:endParaRPr b="1">
              <a:solidFill>
                <a:schemeClr val="dk1"/>
              </a:solidFill>
              <a:highlight>
                <a:srgbClr val="FFFFFF"/>
              </a:highlight>
              <a:latin typeface="Verdana"/>
              <a:ea typeface="Verdana"/>
              <a:cs typeface="Verdana"/>
              <a:sym typeface="Verdana"/>
            </a:endParaRPr>
          </a:p>
          <a:p>
            <a:pPr indent="-317500" lvl="0" marL="457200" rtl="0" algn="l">
              <a:lnSpc>
                <a:spcPct val="115000"/>
              </a:lnSpc>
              <a:spcBef>
                <a:spcPts val="40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The COUNT function returns the number of rows that matches the specified criteria.</a:t>
            </a:r>
            <a:endParaRPr>
              <a:solidFill>
                <a:schemeClr val="dk1"/>
              </a:solidFill>
              <a:highlight>
                <a:srgbClr val="FFFFFF"/>
              </a:highlight>
              <a:latin typeface="Verdana"/>
              <a:ea typeface="Verdana"/>
              <a:cs typeface="Verdana"/>
              <a:sym typeface="Verdana"/>
            </a:endParaRPr>
          </a:p>
          <a:p>
            <a:pPr indent="0" lvl="0" marL="457200" rtl="0" algn="l">
              <a:lnSpc>
                <a:spcPct val="115000"/>
              </a:lnSpc>
              <a:spcBef>
                <a:spcPts val="400"/>
              </a:spcBef>
              <a:spcAft>
                <a:spcPts val="0"/>
              </a:spcAft>
              <a:buNone/>
            </a:pPr>
            <a:r>
              <a:t/>
            </a:r>
            <a:endParaRPr>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9" name="Shape 129"/>
        <p:cNvGrpSpPr/>
        <p:nvPr/>
      </p:nvGrpSpPr>
      <p:grpSpPr>
        <a:xfrm>
          <a:off x="0" y="0"/>
          <a:ext cx="0" cy="0"/>
          <a:chOff x="0" y="0"/>
          <a:chExt cx="0" cy="0"/>
        </a:xfrm>
      </p:grpSpPr>
      <p:pic>
        <p:nvPicPr>
          <p:cNvPr id="130" name="Google Shape;130;p22"/>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131" name="Google Shape;131;p22"/>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132" name="Google Shape;132;p22"/>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133" name="Google Shape;133;p22"/>
          <p:cNvSpPr txBox="1"/>
          <p:nvPr/>
        </p:nvSpPr>
        <p:spPr>
          <a:xfrm>
            <a:off x="0" y="0"/>
            <a:ext cx="9101100" cy="500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0"/>
              </a:spcAft>
              <a:buNone/>
            </a:pPr>
            <a:r>
              <a:rPr b="1" lang="en" sz="2300">
                <a:solidFill>
                  <a:srgbClr val="0000FF"/>
                </a:solidFill>
              </a:rPr>
              <a:t>ORDER BY:</a:t>
            </a:r>
            <a:endParaRPr b="1" sz="2300">
              <a:solidFill>
                <a:srgbClr val="0000FF"/>
              </a:solidFill>
            </a:endParaRPr>
          </a:p>
          <a:p>
            <a:pPr indent="0" lvl="0" marL="0" rtl="0" algn="l">
              <a:lnSpc>
                <a:spcPct val="115000"/>
              </a:lnSpc>
              <a:spcBef>
                <a:spcPts val="2400"/>
              </a:spcBef>
              <a:spcAft>
                <a:spcPts val="0"/>
              </a:spcAft>
              <a:buNone/>
            </a:pPr>
            <a:r>
              <a:t/>
            </a:r>
            <a:endParaRPr b="1" sz="2300">
              <a:solidFill>
                <a:srgbClr val="0000FF"/>
              </a:solidFill>
            </a:endParaRPr>
          </a:p>
          <a:p>
            <a:pPr indent="0" lvl="0" marL="0" rtl="0" algn="l">
              <a:lnSpc>
                <a:spcPct val="115000"/>
              </a:lnSpc>
              <a:spcBef>
                <a:spcPts val="2400"/>
              </a:spcBef>
              <a:spcAft>
                <a:spcPts val="0"/>
              </a:spcAft>
              <a:buClr>
                <a:schemeClr val="dk1"/>
              </a:buClr>
              <a:buSzPts val="1100"/>
              <a:buFont typeface="Arial"/>
              <a:buNone/>
            </a:pPr>
            <a:r>
              <a:t/>
            </a:r>
            <a:endParaRPr b="1" sz="2300">
              <a:solidFill>
                <a:srgbClr val="0000FF"/>
              </a:solidFill>
            </a:endParaRPr>
          </a:p>
          <a:p>
            <a:pPr indent="0" lvl="0" marL="0" rtl="0" algn="l">
              <a:lnSpc>
                <a:spcPct val="115000"/>
              </a:lnSpc>
              <a:spcBef>
                <a:spcPts val="600"/>
              </a:spcBef>
              <a:spcAft>
                <a:spcPts val="0"/>
              </a:spcAft>
              <a:buNone/>
            </a:pPr>
            <a:r>
              <a:t/>
            </a:r>
            <a:endParaRPr b="1">
              <a:solidFill>
                <a:schemeClr val="dk1"/>
              </a:solidFill>
            </a:endParaRPr>
          </a:p>
          <a:p>
            <a:pPr indent="0" lvl="0" marL="457200" rtl="0" algn="l">
              <a:lnSpc>
                <a:spcPct val="115000"/>
              </a:lnSpc>
              <a:spcBef>
                <a:spcPts val="400"/>
              </a:spcBef>
              <a:spcAft>
                <a:spcPts val="0"/>
              </a:spcAft>
              <a:buNone/>
            </a:pPr>
            <a:r>
              <a:t/>
            </a:r>
            <a:endParaRPr>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t/>
            </a:r>
            <a:endParaRPr/>
          </a:p>
        </p:txBody>
      </p:sp>
      <p:pic>
        <p:nvPicPr>
          <p:cNvPr id="134" name="Google Shape;134;p22"/>
          <p:cNvPicPr preferRelativeResize="0"/>
          <p:nvPr/>
        </p:nvPicPr>
        <p:blipFill>
          <a:blip r:embed="rId5">
            <a:alphaModFix/>
          </a:blip>
          <a:stretch>
            <a:fillRect/>
          </a:stretch>
        </p:blipFill>
        <p:spPr>
          <a:xfrm>
            <a:off x="377525" y="814800"/>
            <a:ext cx="6934224" cy="4005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8" name="Shape 138"/>
        <p:cNvGrpSpPr/>
        <p:nvPr/>
      </p:nvGrpSpPr>
      <p:grpSpPr>
        <a:xfrm>
          <a:off x="0" y="0"/>
          <a:ext cx="0" cy="0"/>
          <a:chOff x="0" y="0"/>
          <a:chExt cx="0" cy="0"/>
        </a:xfrm>
      </p:grpSpPr>
      <p:pic>
        <p:nvPicPr>
          <p:cNvPr id="139" name="Google Shape;139;p23"/>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140" name="Google Shape;140;p23"/>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141" name="Google Shape;141;p23"/>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142" name="Google Shape;142;p23"/>
          <p:cNvSpPr txBox="1"/>
          <p:nvPr/>
        </p:nvSpPr>
        <p:spPr>
          <a:xfrm>
            <a:off x="0" y="0"/>
            <a:ext cx="9101100" cy="500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0"/>
              </a:spcAft>
              <a:buNone/>
            </a:pPr>
            <a:r>
              <a:rPr b="1" lang="en" sz="2400">
                <a:solidFill>
                  <a:srgbClr val="0000FF"/>
                </a:solidFill>
              </a:rPr>
              <a:t>IN… NOT IN:</a:t>
            </a:r>
            <a:endParaRPr b="1" sz="2400">
              <a:solidFill>
                <a:srgbClr val="0000FF"/>
              </a:solidFill>
            </a:endParaRPr>
          </a:p>
          <a:p>
            <a:pPr indent="0" lvl="0" marL="0" rtl="0" algn="l">
              <a:lnSpc>
                <a:spcPct val="115000"/>
              </a:lnSpc>
              <a:spcBef>
                <a:spcPts val="2400"/>
              </a:spcBef>
              <a:spcAft>
                <a:spcPts val="0"/>
              </a:spcAft>
              <a:buNone/>
            </a:pPr>
            <a:r>
              <a:t/>
            </a:r>
            <a:endParaRPr b="1" sz="2400">
              <a:solidFill>
                <a:srgbClr val="0000FF"/>
              </a:solidFill>
            </a:endParaRPr>
          </a:p>
          <a:p>
            <a:pPr indent="0" lvl="0" marL="0" rtl="0" algn="l">
              <a:lnSpc>
                <a:spcPct val="115000"/>
              </a:lnSpc>
              <a:spcBef>
                <a:spcPts val="2400"/>
              </a:spcBef>
              <a:spcAft>
                <a:spcPts val="0"/>
              </a:spcAft>
              <a:buNone/>
            </a:pPr>
            <a:r>
              <a:t/>
            </a:r>
            <a:endParaRPr b="1" sz="2300">
              <a:solidFill>
                <a:srgbClr val="0000FF"/>
              </a:solidFill>
            </a:endParaRPr>
          </a:p>
          <a:p>
            <a:pPr indent="0" lvl="0" marL="0" rtl="0" algn="l">
              <a:lnSpc>
                <a:spcPct val="115000"/>
              </a:lnSpc>
              <a:spcBef>
                <a:spcPts val="2400"/>
              </a:spcBef>
              <a:spcAft>
                <a:spcPts val="0"/>
              </a:spcAft>
              <a:buNone/>
            </a:pPr>
            <a:r>
              <a:t/>
            </a:r>
            <a:endParaRPr b="1" sz="2300">
              <a:solidFill>
                <a:srgbClr val="0000FF"/>
              </a:solidFill>
            </a:endParaRPr>
          </a:p>
          <a:p>
            <a:pPr indent="0" lvl="0" marL="0" rtl="0" algn="l">
              <a:lnSpc>
                <a:spcPct val="115000"/>
              </a:lnSpc>
              <a:spcBef>
                <a:spcPts val="2400"/>
              </a:spcBef>
              <a:spcAft>
                <a:spcPts val="0"/>
              </a:spcAft>
              <a:buNone/>
            </a:pPr>
            <a:r>
              <a:t/>
            </a:r>
            <a:endParaRPr b="1" sz="2300">
              <a:solidFill>
                <a:srgbClr val="0000FF"/>
              </a:solidFill>
            </a:endParaRPr>
          </a:p>
          <a:p>
            <a:pPr indent="0" lvl="0" marL="0" rtl="0" algn="l">
              <a:lnSpc>
                <a:spcPct val="115000"/>
              </a:lnSpc>
              <a:spcBef>
                <a:spcPts val="600"/>
              </a:spcBef>
              <a:spcAft>
                <a:spcPts val="0"/>
              </a:spcAft>
              <a:buNone/>
            </a:pPr>
            <a:r>
              <a:t/>
            </a:r>
            <a:endParaRPr b="1">
              <a:solidFill>
                <a:schemeClr val="dk1"/>
              </a:solidFill>
            </a:endParaRPr>
          </a:p>
          <a:p>
            <a:pPr indent="0" lvl="0" marL="457200" rtl="0" algn="l">
              <a:lnSpc>
                <a:spcPct val="115000"/>
              </a:lnSpc>
              <a:spcBef>
                <a:spcPts val="400"/>
              </a:spcBef>
              <a:spcAft>
                <a:spcPts val="0"/>
              </a:spcAft>
              <a:buNone/>
            </a:pPr>
            <a:r>
              <a:t/>
            </a:r>
            <a:endParaRPr>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t/>
            </a:r>
            <a:endParaRPr/>
          </a:p>
        </p:txBody>
      </p:sp>
      <p:pic>
        <p:nvPicPr>
          <p:cNvPr id="143" name="Google Shape;143;p23"/>
          <p:cNvPicPr preferRelativeResize="0"/>
          <p:nvPr/>
        </p:nvPicPr>
        <p:blipFill>
          <a:blip r:embed="rId5">
            <a:alphaModFix/>
          </a:blip>
          <a:stretch>
            <a:fillRect/>
          </a:stretch>
        </p:blipFill>
        <p:spPr>
          <a:xfrm>
            <a:off x="259100" y="771025"/>
            <a:ext cx="6739500" cy="4001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7" name="Shape 147"/>
        <p:cNvGrpSpPr/>
        <p:nvPr/>
      </p:nvGrpSpPr>
      <p:grpSpPr>
        <a:xfrm>
          <a:off x="0" y="0"/>
          <a:ext cx="0" cy="0"/>
          <a:chOff x="0" y="0"/>
          <a:chExt cx="0" cy="0"/>
        </a:xfrm>
      </p:grpSpPr>
      <p:pic>
        <p:nvPicPr>
          <p:cNvPr id="148" name="Google Shape;148;p24"/>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149" name="Google Shape;149;p24"/>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150" name="Google Shape;150;p24"/>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151" name="Google Shape;151;p24"/>
          <p:cNvSpPr txBox="1"/>
          <p:nvPr/>
        </p:nvSpPr>
        <p:spPr>
          <a:xfrm>
            <a:off x="0" y="0"/>
            <a:ext cx="9101100" cy="500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0"/>
              </a:spcAft>
              <a:buNone/>
            </a:pPr>
            <a:r>
              <a:rPr b="1" lang="en" sz="2300">
                <a:solidFill>
                  <a:srgbClr val="0000FF"/>
                </a:solidFill>
              </a:rPr>
              <a:t>GROUP BY, COUNT, ORDER BY:</a:t>
            </a:r>
            <a:endParaRPr b="1" sz="2300">
              <a:solidFill>
                <a:srgbClr val="0000FF"/>
              </a:solidFill>
            </a:endParaRPr>
          </a:p>
          <a:p>
            <a:pPr indent="0" lvl="0" marL="0" rtl="0" algn="l">
              <a:lnSpc>
                <a:spcPct val="115000"/>
              </a:lnSpc>
              <a:spcBef>
                <a:spcPts val="2400"/>
              </a:spcBef>
              <a:spcAft>
                <a:spcPts val="0"/>
              </a:spcAft>
              <a:buNone/>
            </a:pPr>
            <a:r>
              <a:t/>
            </a:r>
            <a:endParaRPr b="1" sz="2300">
              <a:solidFill>
                <a:srgbClr val="0000FF"/>
              </a:solidFill>
            </a:endParaRPr>
          </a:p>
          <a:p>
            <a:pPr indent="0" lvl="0" marL="0" rtl="0" algn="l">
              <a:lnSpc>
                <a:spcPct val="115000"/>
              </a:lnSpc>
              <a:spcBef>
                <a:spcPts val="2400"/>
              </a:spcBef>
              <a:spcAft>
                <a:spcPts val="0"/>
              </a:spcAft>
              <a:buNone/>
            </a:pPr>
            <a:r>
              <a:t/>
            </a:r>
            <a:endParaRPr b="1" sz="2400">
              <a:solidFill>
                <a:srgbClr val="0000FF"/>
              </a:solidFill>
            </a:endParaRPr>
          </a:p>
          <a:p>
            <a:pPr indent="0" lvl="0" marL="0" rtl="0" algn="l">
              <a:lnSpc>
                <a:spcPct val="115000"/>
              </a:lnSpc>
              <a:spcBef>
                <a:spcPts val="2400"/>
              </a:spcBef>
              <a:spcAft>
                <a:spcPts val="0"/>
              </a:spcAft>
              <a:buNone/>
            </a:pPr>
            <a:r>
              <a:t/>
            </a:r>
            <a:endParaRPr b="1" sz="2400">
              <a:solidFill>
                <a:srgbClr val="0000FF"/>
              </a:solidFill>
            </a:endParaRPr>
          </a:p>
          <a:p>
            <a:pPr indent="0" lvl="0" marL="0" rtl="0" algn="l">
              <a:lnSpc>
                <a:spcPct val="115000"/>
              </a:lnSpc>
              <a:spcBef>
                <a:spcPts val="2400"/>
              </a:spcBef>
              <a:spcAft>
                <a:spcPts val="0"/>
              </a:spcAft>
              <a:buNone/>
            </a:pPr>
            <a:r>
              <a:t/>
            </a:r>
            <a:endParaRPr b="1" sz="2300">
              <a:solidFill>
                <a:srgbClr val="0000FF"/>
              </a:solidFill>
            </a:endParaRPr>
          </a:p>
          <a:p>
            <a:pPr indent="0" lvl="0" marL="0" rtl="0" algn="l">
              <a:lnSpc>
                <a:spcPct val="115000"/>
              </a:lnSpc>
              <a:spcBef>
                <a:spcPts val="2400"/>
              </a:spcBef>
              <a:spcAft>
                <a:spcPts val="0"/>
              </a:spcAft>
              <a:buNone/>
            </a:pPr>
            <a:r>
              <a:t/>
            </a:r>
            <a:endParaRPr b="1" sz="2300">
              <a:solidFill>
                <a:srgbClr val="0000FF"/>
              </a:solidFill>
            </a:endParaRPr>
          </a:p>
          <a:p>
            <a:pPr indent="0" lvl="0" marL="0" rtl="0" algn="l">
              <a:lnSpc>
                <a:spcPct val="115000"/>
              </a:lnSpc>
              <a:spcBef>
                <a:spcPts val="2400"/>
              </a:spcBef>
              <a:spcAft>
                <a:spcPts val="0"/>
              </a:spcAft>
              <a:buNone/>
            </a:pPr>
            <a:r>
              <a:t/>
            </a:r>
            <a:endParaRPr b="1" sz="2300">
              <a:solidFill>
                <a:srgbClr val="0000FF"/>
              </a:solidFill>
            </a:endParaRPr>
          </a:p>
          <a:p>
            <a:pPr indent="0" lvl="0" marL="0" rtl="0" algn="l">
              <a:lnSpc>
                <a:spcPct val="115000"/>
              </a:lnSpc>
              <a:spcBef>
                <a:spcPts val="600"/>
              </a:spcBef>
              <a:spcAft>
                <a:spcPts val="0"/>
              </a:spcAft>
              <a:buNone/>
            </a:pPr>
            <a:r>
              <a:t/>
            </a:r>
            <a:endParaRPr b="1">
              <a:solidFill>
                <a:schemeClr val="dk1"/>
              </a:solidFill>
            </a:endParaRPr>
          </a:p>
          <a:p>
            <a:pPr indent="0" lvl="0" marL="457200" rtl="0" algn="l">
              <a:lnSpc>
                <a:spcPct val="115000"/>
              </a:lnSpc>
              <a:spcBef>
                <a:spcPts val="400"/>
              </a:spcBef>
              <a:spcAft>
                <a:spcPts val="0"/>
              </a:spcAft>
              <a:buNone/>
            </a:pPr>
            <a:r>
              <a:t/>
            </a:r>
            <a:endParaRPr>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t/>
            </a:r>
            <a:endParaRPr/>
          </a:p>
        </p:txBody>
      </p:sp>
      <p:pic>
        <p:nvPicPr>
          <p:cNvPr id="152" name="Google Shape;152;p24"/>
          <p:cNvPicPr preferRelativeResize="0"/>
          <p:nvPr/>
        </p:nvPicPr>
        <p:blipFill>
          <a:blip r:embed="rId5">
            <a:alphaModFix/>
          </a:blip>
          <a:stretch>
            <a:fillRect/>
          </a:stretch>
        </p:blipFill>
        <p:spPr>
          <a:xfrm>
            <a:off x="291700" y="840300"/>
            <a:ext cx="7935518" cy="37781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6" name="Shape 156"/>
        <p:cNvGrpSpPr/>
        <p:nvPr/>
      </p:nvGrpSpPr>
      <p:grpSpPr>
        <a:xfrm>
          <a:off x="0" y="0"/>
          <a:ext cx="0" cy="0"/>
          <a:chOff x="0" y="0"/>
          <a:chExt cx="0" cy="0"/>
        </a:xfrm>
      </p:grpSpPr>
      <p:pic>
        <p:nvPicPr>
          <p:cNvPr id="157" name="Google Shape;157;p25"/>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158" name="Google Shape;158;p25"/>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159" name="Google Shape;159;p25"/>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160" name="Google Shape;160;p25"/>
          <p:cNvSpPr txBox="1"/>
          <p:nvPr/>
        </p:nvSpPr>
        <p:spPr>
          <a:xfrm>
            <a:off x="0" y="500450"/>
            <a:ext cx="9101100" cy="450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400"/>
              </a:spcBef>
              <a:spcAft>
                <a:spcPts val="0"/>
              </a:spcAft>
              <a:buNone/>
            </a:pPr>
            <a:r>
              <a:rPr b="1" lang="en" sz="2400">
                <a:solidFill>
                  <a:srgbClr val="0000FF"/>
                </a:solidFill>
              </a:rPr>
              <a:t>HAVING:</a:t>
            </a:r>
            <a:endParaRPr b="1" sz="2400">
              <a:solidFill>
                <a:srgbClr val="0000FF"/>
              </a:solidFill>
            </a:endParaRPr>
          </a:p>
          <a:p>
            <a:pPr indent="-317500" lvl="0" marL="457200" rtl="0" algn="l">
              <a:lnSpc>
                <a:spcPct val="115000"/>
              </a:lnSpc>
              <a:spcBef>
                <a:spcPts val="400"/>
              </a:spcBef>
              <a:spcAft>
                <a:spcPts val="0"/>
              </a:spcAft>
              <a:buClr>
                <a:schemeClr val="dk1"/>
              </a:buClr>
              <a:buSzPts val="1400"/>
              <a:buChar char="●"/>
            </a:pPr>
            <a:r>
              <a:rPr lang="en">
                <a:solidFill>
                  <a:schemeClr val="dk1"/>
                </a:solidFill>
                <a:highlight>
                  <a:srgbClr val="FFFFFF"/>
                </a:highlight>
                <a:latin typeface="Verdana"/>
                <a:ea typeface="Verdana"/>
                <a:cs typeface="Verdana"/>
                <a:sym typeface="Verdana"/>
              </a:rPr>
              <a:t>The HAVING condition was added to SQL because the WHERE keyword could not be used with aggregate functions.</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highlight>
                  <a:srgbClr val="FFFFFF"/>
                </a:highlight>
                <a:latin typeface="Georgia"/>
                <a:ea typeface="Georgia"/>
                <a:cs typeface="Georgia"/>
                <a:sym typeface="Georgia"/>
              </a:rPr>
              <a:t>The HAVING condition is used for to filter grouped data.</a:t>
            </a:r>
            <a:endParaRPr>
              <a:solidFill>
                <a:schemeClr val="dk1"/>
              </a:solidFill>
              <a:highlight>
                <a:srgbClr val="FFFFFF"/>
              </a:highlight>
              <a:latin typeface="Georgia"/>
              <a:ea typeface="Georgia"/>
              <a:cs typeface="Georgia"/>
              <a:sym typeface="Georgia"/>
            </a:endParaRPr>
          </a:p>
          <a:p>
            <a:pPr indent="0" lvl="0" marL="457200" rtl="0" algn="l">
              <a:lnSpc>
                <a:spcPct val="115000"/>
              </a:lnSpc>
              <a:spcBef>
                <a:spcPts val="400"/>
              </a:spcBef>
              <a:spcAft>
                <a:spcPts val="0"/>
              </a:spcAft>
              <a:buNone/>
            </a:pPr>
            <a:r>
              <a:t/>
            </a:r>
            <a:endParaRPr>
              <a:solidFill>
                <a:schemeClr val="dk1"/>
              </a:solidFill>
              <a:highlight>
                <a:srgbClr val="FFFFFF"/>
              </a:highlight>
              <a:latin typeface="Georgia"/>
              <a:ea typeface="Georgia"/>
              <a:cs typeface="Georgia"/>
              <a:sym typeface="Georgia"/>
            </a:endParaRPr>
          </a:p>
        </p:txBody>
      </p:sp>
      <p:pic>
        <p:nvPicPr>
          <p:cNvPr id="161" name="Google Shape;161;p25"/>
          <p:cNvPicPr preferRelativeResize="0"/>
          <p:nvPr/>
        </p:nvPicPr>
        <p:blipFill>
          <a:blip r:embed="rId5">
            <a:alphaModFix/>
          </a:blip>
          <a:stretch>
            <a:fillRect/>
          </a:stretch>
        </p:blipFill>
        <p:spPr>
          <a:xfrm>
            <a:off x="515300" y="1889800"/>
            <a:ext cx="7136751" cy="1908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5" name="Shape 165"/>
        <p:cNvGrpSpPr/>
        <p:nvPr/>
      </p:nvGrpSpPr>
      <p:grpSpPr>
        <a:xfrm>
          <a:off x="0" y="0"/>
          <a:ext cx="0" cy="0"/>
          <a:chOff x="0" y="0"/>
          <a:chExt cx="0" cy="0"/>
        </a:xfrm>
      </p:grpSpPr>
      <p:pic>
        <p:nvPicPr>
          <p:cNvPr id="166" name="Google Shape;166;p26"/>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167" name="Google Shape;167;p26"/>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168" name="Google Shape;168;p26"/>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169" name="Google Shape;169;p26"/>
          <p:cNvSpPr txBox="1"/>
          <p:nvPr/>
        </p:nvSpPr>
        <p:spPr>
          <a:xfrm>
            <a:off x="0" y="500450"/>
            <a:ext cx="9101100" cy="450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0"/>
              </a:spcAft>
              <a:buNone/>
            </a:pPr>
            <a:r>
              <a:rPr b="1" lang="en" sz="2300">
                <a:solidFill>
                  <a:srgbClr val="0000FF"/>
                </a:solidFill>
              </a:rPr>
              <a:t>First Few(N) Records:</a:t>
            </a:r>
            <a:endParaRPr b="1" sz="2300">
              <a:solidFill>
                <a:srgbClr val="0000FF"/>
              </a:solidFill>
            </a:endParaRPr>
          </a:p>
          <a:p>
            <a:pPr indent="0" lvl="0" marL="0" rtl="0" algn="l">
              <a:lnSpc>
                <a:spcPct val="115000"/>
              </a:lnSpc>
              <a:spcBef>
                <a:spcPts val="2400"/>
              </a:spcBef>
              <a:spcAft>
                <a:spcPts val="0"/>
              </a:spcAft>
              <a:buClr>
                <a:schemeClr val="dk1"/>
              </a:buClr>
              <a:buSzPts val="1100"/>
              <a:buFont typeface="Arial"/>
              <a:buNone/>
            </a:pPr>
            <a:r>
              <a:t/>
            </a:r>
            <a:endParaRPr b="1" sz="2300">
              <a:solidFill>
                <a:srgbClr val="0000FF"/>
              </a:solidFill>
            </a:endParaRPr>
          </a:p>
          <a:p>
            <a:pPr indent="0" lvl="0" marL="457200" rtl="0" algn="l">
              <a:lnSpc>
                <a:spcPct val="115000"/>
              </a:lnSpc>
              <a:spcBef>
                <a:spcPts val="600"/>
              </a:spcBef>
              <a:spcAft>
                <a:spcPts val="0"/>
              </a:spcAft>
              <a:buNone/>
            </a:pPr>
            <a:r>
              <a:t/>
            </a:r>
            <a:endParaRPr>
              <a:solidFill>
                <a:schemeClr val="dk1"/>
              </a:solidFill>
              <a:highlight>
                <a:srgbClr val="FFFFFF"/>
              </a:highlight>
              <a:latin typeface="Verdana"/>
              <a:ea typeface="Verdana"/>
              <a:cs typeface="Verdana"/>
              <a:sym typeface="Verdana"/>
            </a:endParaRPr>
          </a:p>
        </p:txBody>
      </p:sp>
      <p:pic>
        <p:nvPicPr>
          <p:cNvPr id="170" name="Google Shape;170;p26"/>
          <p:cNvPicPr preferRelativeResize="0"/>
          <p:nvPr/>
        </p:nvPicPr>
        <p:blipFill>
          <a:blip r:embed="rId5">
            <a:alphaModFix/>
          </a:blip>
          <a:stretch>
            <a:fillRect/>
          </a:stretch>
        </p:blipFill>
        <p:spPr>
          <a:xfrm>
            <a:off x="303638" y="1294213"/>
            <a:ext cx="7953375" cy="3324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4" name="Shape 174"/>
        <p:cNvGrpSpPr/>
        <p:nvPr/>
      </p:nvGrpSpPr>
      <p:grpSpPr>
        <a:xfrm>
          <a:off x="0" y="0"/>
          <a:ext cx="0" cy="0"/>
          <a:chOff x="0" y="0"/>
          <a:chExt cx="0" cy="0"/>
        </a:xfrm>
      </p:grpSpPr>
      <p:pic>
        <p:nvPicPr>
          <p:cNvPr id="175" name="Google Shape;175;p27"/>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176" name="Google Shape;176;p27"/>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177" name="Google Shape;177;p27"/>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178" name="Google Shape;178;p27"/>
          <p:cNvSpPr txBox="1"/>
          <p:nvPr/>
        </p:nvSpPr>
        <p:spPr>
          <a:xfrm>
            <a:off x="0" y="500450"/>
            <a:ext cx="9101100" cy="4502100"/>
          </a:xfrm>
          <a:prstGeom prst="rect">
            <a:avLst/>
          </a:prstGeom>
          <a:noFill/>
          <a:ln>
            <a:noFill/>
          </a:ln>
        </p:spPr>
        <p:txBody>
          <a:bodyPr anchorCtr="0" anchor="t" bIns="91425" lIns="91425" spcFirstLastPara="1" rIns="91425" wrap="square" tIns="91425">
            <a:noAutofit/>
          </a:bodyPr>
          <a:lstStyle/>
          <a:p>
            <a:pPr indent="0" lvl="0" marL="0" rtl="0" algn="l">
              <a:lnSpc>
                <a:spcPct val="114000"/>
              </a:lnSpc>
              <a:spcBef>
                <a:spcPts val="400"/>
              </a:spcBef>
              <a:spcAft>
                <a:spcPts val="0"/>
              </a:spcAft>
              <a:buNone/>
            </a:pPr>
            <a:r>
              <a:rPr b="1" lang="en" sz="1800">
                <a:solidFill>
                  <a:srgbClr val="0000FF"/>
                </a:solidFill>
              </a:rPr>
              <a:t>Aggregate functions:</a:t>
            </a:r>
            <a:endParaRPr b="1" sz="1800">
              <a:solidFill>
                <a:srgbClr val="0000FF"/>
              </a:solidFill>
            </a:endParaRPr>
          </a:p>
          <a:p>
            <a:pPr indent="-317500" lvl="0" marL="457200" rtl="0" algn="l">
              <a:lnSpc>
                <a:spcPct val="114000"/>
              </a:lnSpc>
              <a:spcBef>
                <a:spcPts val="1600"/>
              </a:spcBef>
              <a:spcAft>
                <a:spcPts val="0"/>
              </a:spcAft>
              <a:buClr>
                <a:schemeClr val="dk1"/>
              </a:buClr>
              <a:buSzPts val="1400"/>
              <a:buChar char="●"/>
            </a:pPr>
            <a:r>
              <a:rPr b="1" lang="en">
                <a:solidFill>
                  <a:schemeClr val="dk1"/>
                </a:solidFill>
                <a:latin typeface="Verdana"/>
                <a:ea typeface="Verdana"/>
                <a:cs typeface="Verdana"/>
                <a:sym typeface="Verdana"/>
              </a:rPr>
              <a:t>MIN:</a:t>
            </a:r>
            <a:endParaRPr b="1">
              <a:solidFill>
                <a:schemeClr val="dk1"/>
              </a:solidFill>
            </a:endParaRPr>
          </a:p>
          <a:p>
            <a:pPr indent="-317500" lvl="1" marL="914400" rtl="0" algn="l">
              <a:lnSpc>
                <a:spcPct val="114000"/>
              </a:lnSpc>
              <a:spcBef>
                <a:spcPts val="1600"/>
              </a:spcBef>
              <a:spcAft>
                <a:spcPts val="0"/>
              </a:spcAft>
              <a:buClr>
                <a:schemeClr val="dk1"/>
              </a:buClr>
              <a:buSzPts val="1400"/>
              <a:buChar char="○"/>
            </a:pPr>
            <a:r>
              <a:rPr lang="en">
                <a:solidFill>
                  <a:schemeClr val="dk1"/>
                </a:solidFill>
                <a:latin typeface="Verdana"/>
                <a:ea typeface="Verdana"/>
                <a:cs typeface="Verdana"/>
                <a:sym typeface="Verdana"/>
              </a:rPr>
              <a:t>The MIN() function returns the smallest value of the selected column.</a:t>
            </a:r>
            <a:endParaRPr>
              <a:solidFill>
                <a:schemeClr val="dk1"/>
              </a:solidFill>
              <a:latin typeface="Verdana"/>
              <a:ea typeface="Verdana"/>
              <a:cs typeface="Verdana"/>
              <a:sym typeface="Verdana"/>
            </a:endParaRPr>
          </a:p>
          <a:p>
            <a:pPr indent="-317500" lvl="0" marL="457200" rtl="0" algn="l">
              <a:lnSpc>
                <a:spcPct val="114000"/>
              </a:lnSpc>
              <a:spcBef>
                <a:spcPts val="1600"/>
              </a:spcBef>
              <a:spcAft>
                <a:spcPts val="0"/>
              </a:spcAft>
              <a:buClr>
                <a:schemeClr val="dk1"/>
              </a:buClr>
              <a:buSzPts val="1400"/>
              <a:buFont typeface="Verdana"/>
              <a:buChar char="●"/>
            </a:pPr>
            <a:r>
              <a:rPr b="1" lang="en">
                <a:solidFill>
                  <a:schemeClr val="dk1"/>
                </a:solidFill>
                <a:latin typeface="Verdana"/>
                <a:ea typeface="Verdana"/>
                <a:cs typeface="Verdana"/>
                <a:sym typeface="Verdana"/>
              </a:rPr>
              <a:t>MAX:</a:t>
            </a:r>
            <a:endParaRPr b="1">
              <a:solidFill>
                <a:schemeClr val="dk1"/>
              </a:solidFill>
              <a:latin typeface="Verdana"/>
              <a:ea typeface="Verdana"/>
              <a:cs typeface="Verdana"/>
              <a:sym typeface="Verdana"/>
            </a:endParaRPr>
          </a:p>
          <a:p>
            <a:pPr indent="-317500" lvl="1" marL="914400" rtl="0" algn="l">
              <a:lnSpc>
                <a:spcPct val="114000"/>
              </a:lnSpc>
              <a:spcBef>
                <a:spcPts val="1600"/>
              </a:spcBef>
              <a:spcAft>
                <a:spcPts val="0"/>
              </a:spcAft>
              <a:buClr>
                <a:schemeClr val="dk1"/>
              </a:buClr>
              <a:buSzPts val="1400"/>
              <a:buChar char="○"/>
            </a:pPr>
            <a:r>
              <a:rPr lang="en">
                <a:solidFill>
                  <a:schemeClr val="dk1"/>
                </a:solidFill>
                <a:latin typeface="Verdana"/>
                <a:ea typeface="Verdana"/>
                <a:cs typeface="Verdana"/>
                <a:sym typeface="Verdana"/>
              </a:rPr>
              <a:t>The MAX() function returns the largest value of the selected column.</a:t>
            </a:r>
            <a:endParaRPr>
              <a:solidFill>
                <a:schemeClr val="dk1"/>
              </a:solidFill>
              <a:latin typeface="Verdana"/>
              <a:ea typeface="Verdana"/>
              <a:cs typeface="Verdana"/>
              <a:sym typeface="Verdana"/>
            </a:endParaRPr>
          </a:p>
          <a:p>
            <a:pPr indent="-317500" lvl="0" marL="457200" rtl="0" algn="l">
              <a:lnSpc>
                <a:spcPct val="114000"/>
              </a:lnSpc>
              <a:spcBef>
                <a:spcPts val="1600"/>
              </a:spcBef>
              <a:spcAft>
                <a:spcPts val="0"/>
              </a:spcAft>
              <a:buClr>
                <a:schemeClr val="dk1"/>
              </a:buClr>
              <a:buSzPts val="1400"/>
              <a:buChar char="●"/>
            </a:pPr>
            <a:r>
              <a:rPr b="1" lang="en">
                <a:solidFill>
                  <a:schemeClr val="dk1"/>
                </a:solidFill>
              </a:rPr>
              <a:t>MEAN:</a:t>
            </a:r>
            <a:endParaRPr b="1">
              <a:solidFill>
                <a:schemeClr val="dk1"/>
              </a:solidFill>
            </a:endParaRPr>
          </a:p>
          <a:p>
            <a:pPr indent="-317500" lvl="1" marL="914400" rtl="0" algn="l">
              <a:lnSpc>
                <a:spcPct val="114000"/>
              </a:lnSpc>
              <a:spcBef>
                <a:spcPts val="1600"/>
              </a:spcBef>
              <a:spcAft>
                <a:spcPts val="0"/>
              </a:spcAft>
              <a:buClr>
                <a:schemeClr val="dk1"/>
              </a:buClr>
              <a:buSzPts val="1400"/>
              <a:buChar char="○"/>
            </a:pPr>
            <a:r>
              <a:rPr lang="en">
                <a:solidFill>
                  <a:schemeClr val="dk1"/>
                </a:solidFill>
                <a:highlight>
                  <a:srgbClr val="FFFFFF"/>
                </a:highlight>
                <a:latin typeface="Verdana"/>
                <a:ea typeface="Verdana"/>
                <a:cs typeface="Verdana"/>
                <a:sym typeface="Verdana"/>
              </a:rPr>
              <a:t>The AVG() function returns the average value of a numeric column.</a:t>
            </a:r>
            <a:endParaRPr b="1">
              <a:solidFill>
                <a:schemeClr val="dk1"/>
              </a:solidFill>
            </a:endParaRPr>
          </a:p>
          <a:p>
            <a:pPr indent="0" lvl="0" marL="0" rtl="0" algn="l">
              <a:lnSpc>
                <a:spcPct val="115000"/>
              </a:lnSpc>
              <a:spcBef>
                <a:spcPts val="400"/>
              </a:spcBef>
              <a:spcAft>
                <a:spcPts val="0"/>
              </a:spcAft>
              <a:buNone/>
            </a:pPr>
            <a:r>
              <a:t/>
            </a:r>
            <a:endParaRPr b="1">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2" name="Shape 182"/>
        <p:cNvGrpSpPr/>
        <p:nvPr/>
      </p:nvGrpSpPr>
      <p:grpSpPr>
        <a:xfrm>
          <a:off x="0" y="0"/>
          <a:ext cx="0" cy="0"/>
          <a:chOff x="0" y="0"/>
          <a:chExt cx="0" cy="0"/>
        </a:xfrm>
      </p:grpSpPr>
      <p:pic>
        <p:nvPicPr>
          <p:cNvPr id="183" name="Google Shape;183;p28"/>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184" name="Google Shape;184;p28"/>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185" name="Google Shape;185;p28"/>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186" name="Google Shape;186;p28"/>
          <p:cNvSpPr txBox="1"/>
          <p:nvPr/>
        </p:nvSpPr>
        <p:spPr>
          <a:xfrm>
            <a:off x="0" y="500450"/>
            <a:ext cx="9101100" cy="450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0"/>
              </a:spcAft>
              <a:buNone/>
            </a:pPr>
            <a:r>
              <a:rPr b="1" lang="en" sz="2400">
                <a:solidFill>
                  <a:srgbClr val="0000FF"/>
                </a:solidFill>
              </a:rPr>
              <a:t>Aggregate functions (MIN, MAX, MEAN):</a:t>
            </a:r>
            <a:endParaRPr b="1" sz="2400">
              <a:solidFill>
                <a:srgbClr val="0000FF"/>
              </a:solidFill>
            </a:endParaRPr>
          </a:p>
          <a:p>
            <a:pPr indent="0" lvl="0" marL="0" rtl="0" algn="l">
              <a:lnSpc>
                <a:spcPct val="115000"/>
              </a:lnSpc>
              <a:spcBef>
                <a:spcPts val="2400"/>
              </a:spcBef>
              <a:spcAft>
                <a:spcPts val="0"/>
              </a:spcAft>
              <a:buClr>
                <a:schemeClr val="dk1"/>
              </a:buClr>
              <a:buSzPts val="1100"/>
              <a:buFont typeface="Arial"/>
              <a:buNone/>
            </a:pPr>
            <a:r>
              <a:t/>
            </a:r>
            <a:endParaRPr b="1" sz="2400">
              <a:solidFill>
                <a:srgbClr val="0000FF"/>
              </a:solidFill>
            </a:endParaRPr>
          </a:p>
          <a:p>
            <a:pPr indent="0" lvl="0" marL="0" rtl="0" algn="l">
              <a:lnSpc>
                <a:spcPct val="114000"/>
              </a:lnSpc>
              <a:spcBef>
                <a:spcPts val="1600"/>
              </a:spcBef>
              <a:spcAft>
                <a:spcPts val="0"/>
              </a:spcAft>
              <a:buNone/>
            </a:pPr>
            <a:r>
              <a:t/>
            </a:r>
            <a:endParaRPr b="1" sz="1800">
              <a:solidFill>
                <a:srgbClr val="0000FF"/>
              </a:solidFill>
            </a:endParaRPr>
          </a:p>
          <a:p>
            <a:pPr indent="0" lvl="0" marL="0" rtl="0" algn="l">
              <a:lnSpc>
                <a:spcPct val="115000"/>
              </a:lnSpc>
              <a:spcBef>
                <a:spcPts val="400"/>
              </a:spcBef>
              <a:spcAft>
                <a:spcPts val="0"/>
              </a:spcAft>
              <a:buNone/>
            </a:pPr>
            <a:r>
              <a:t/>
            </a:r>
            <a:endParaRPr b="1">
              <a:solidFill>
                <a:schemeClr val="dk1"/>
              </a:solidFill>
            </a:endParaRPr>
          </a:p>
        </p:txBody>
      </p:sp>
      <p:pic>
        <p:nvPicPr>
          <p:cNvPr id="187" name="Google Shape;187;p28"/>
          <p:cNvPicPr preferRelativeResize="0"/>
          <p:nvPr/>
        </p:nvPicPr>
        <p:blipFill>
          <a:blip r:embed="rId5">
            <a:alphaModFix/>
          </a:blip>
          <a:stretch>
            <a:fillRect/>
          </a:stretch>
        </p:blipFill>
        <p:spPr>
          <a:xfrm>
            <a:off x="387925" y="1696213"/>
            <a:ext cx="7011300" cy="22955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1" name="Shape 191"/>
        <p:cNvGrpSpPr/>
        <p:nvPr/>
      </p:nvGrpSpPr>
      <p:grpSpPr>
        <a:xfrm>
          <a:off x="0" y="0"/>
          <a:ext cx="0" cy="0"/>
          <a:chOff x="0" y="0"/>
          <a:chExt cx="0" cy="0"/>
        </a:xfrm>
      </p:grpSpPr>
      <p:pic>
        <p:nvPicPr>
          <p:cNvPr id="192" name="Google Shape;192;p29"/>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193" name="Google Shape;193;p29"/>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194" name="Google Shape;194;p29"/>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195" name="Google Shape;195;p29"/>
          <p:cNvSpPr txBox="1"/>
          <p:nvPr/>
        </p:nvSpPr>
        <p:spPr>
          <a:xfrm>
            <a:off x="0" y="305125"/>
            <a:ext cx="9101100" cy="469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400"/>
              </a:spcBef>
              <a:spcAft>
                <a:spcPts val="0"/>
              </a:spcAft>
              <a:buNone/>
            </a:pPr>
            <a:r>
              <a:rPr b="1" lang="en">
                <a:solidFill>
                  <a:schemeClr val="dk1"/>
                </a:solidFill>
              </a:rPr>
              <a:t>JOIN:</a:t>
            </a:r>
            <a:endParaRPr b="1">
              <a:solidFill>
                <a:schemeClr val="dk1"/>
              </a:solidFill>
            </a:endParaRPr>
          </a:p>
          <a:p>
            <a:pPr indent="-317500" lvl="0" marL="457200" rtl="0" algn="l">
              <a:lnSpc>
                <a:spcPct val="115000"/>
              </a:lnSpc>
              <a:spcBef>
                <a:spcPts val="40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A JOIN function is used to combine rows from two or more tables, based on a related column.</a:t>
            </a:r>
            <a:endParaRPr>
              <a:solidFill>
                <a:schemeClr val="dk1"/>
              </a:solidFill>
              <a:highlight>
                <a:srgbClr val="FFFFFF"/>
              </a:highlight>
              <a:latin typeface="Verdana"/>
              <a:ea typeface="Verdana"/>
              <a:cs typeface="Verdana"/>
              <a:sym typeface="Verdana"/>
            </a:endParaRPr>
          </a:p>
          <a:p>
            <a:pPr indent="-317500" lvl="0" marL="457200" rtl="0" algn="l">
              <a:lnSpc>
                <a:spcPct val="115000"/>
              </a:lnSpc>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IN SQL we different types of joins.</a:t>
            </a:r>
            <a:endParaRPr>
              <a:solidFill>
                <a:schemeClr val="dk1"/>
              </a:solidFill>
              <a:highlight>
                <a:srgbClr val="FFFFFF"/>
              </a:highlight>
              <a:latin typeface="Verdana"/>
              <a:ea typeface="Verdana"/>
              <a:cs typeface="Verdana"/>
              <a:sym typeface="Verdana"/>
            </a:endParaRPr>
          </a:p>
          <a:p>
            <a:pPr indent="-317500" lvl="1" marL="914400" rtl="0" algn="l">
              <a:lnSpc>
                <a:spcPct val="115000"/>
              </a:lnSpc>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INNER JOIN</a:t>
            </a:r>
            <a:endParaRPr>
              <a:solidFill>
                <a:schemeClr val="dk1"/>
              </a:solidFill>
              <a:highlight>
                <a:srgbClr val="FFFFFF"/>
              </a:highlight>
              <a:latin typeface="Verdana"/>
              <a:ea typeface="Verdana"/>
              <a:cs typeface="Verdana"/>
              <a:sym typeface="Verdana"/>
            </a:endParaRPr>
          </a:p>
          <a:p>
            <a:pPr indent="-317500" lvl="1" marL="914400" rtl="0" algn="l">
              <a:lnSpc>
                <a:spcPct val="115000"/>
              </a:lnSpc>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LEFT JOIN</a:t>
            </a:r>
            <a:endParaRPr>
              <a:solidFill>
                <a:schemeClr val="dk1"/>
              </a:solidFill>
              <a:highlight>
                <a:srgbClr val="FFFFFF"/>
              </a:highlight>
              <a:latin typeface="Verdana"/>
              <a:ea typeface="Verdana"/>
              <a:cs typeface="Verdana"/>
              <a:sym typeface="Verdana"/>
            </a:endParaRPr>
          </a:p>
          <a:p>
            <a:pPr indent="-317500" lvl="1" marL="914400" rtl="0" algn="l">
              <a:lnSpc>
                <a:spcPct val="115000"/>
              </a:lnSpc>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RIGHT JOIN</a:t>
            </a:r>
            <a:endParaRPr>
              <a:solidFill>
                <a:schemeClr val="dk1"/>
              </a:solidFill>
              <a:highlight>
                <a:srgbClr val="FFFFFF"/>
              </a:highlight>
              <a:latin typeface="Verdana"/>
              <a:ea typeface="Verdana"/>
              <a:cs typeface="Verdana"/>
              <a:sym typeface="Verdana"/>
            </a:endParaRPr>
          </a:p>
          <a:p>
            <a:pPr indent="-317500" lvl="1" marL="914400" rtl="0" algn="l">
              <a:lnSpc>
                <a:spcPct val="115000"/>
              </a:lnSpc>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FULL JOIN</a:t>
            </a:r>
            <a:endParaRPr>
              <a:solidFill>
                <a:schemeClr val="dk1"/>
              </a:solidFill>
              <a:highlight>
                <a:srgbClr val="FFFFFF"/>
              </a:highlight>
              <a:latin typeface="Verdana"/>
              <a:ea typeface="Verdana"/>
              <a:cs typeface="Verdana"/>
              <a:sym typeface="Verdana"/>
            </a:endParaRPr>
          </a:p>
          <a:p>
            <a:pPr indent="0" lvl="0" marL="0" rtl="0" algn="l">
              <a:lnSpc>
                <a:spcPct val="115000"/>
              </a:lnSpc>
              <a:spcBef>
                <a:spcPts val="400"/>
              </a:spcBef>
              <a:spcAft>
                <a:spcPts val="0"/>
              </a:spcAft>
              <a:buNone/>
            </a:pPr>
            <a:r>
              <a:rPr lang="en">
                <a:solidFill>
                  <a:schemeClr val="dk1"/>
                </a:solidFill>
                <a:highlight>
                  <a:srgbClr val="FFFFFF"/>
                </a:highlight>
                <a:latin typeface="Verdana"/>
                <a:ea typeface="Verdana"/>
                <a:cs typeface="Verdana"/>
                <a:sym typeface="Verdana"/>
              </a:rPr>
              <a:t>INNER JOIN:</a:t>
            </a:r>
            <a:endParaRPr>
              <a:solidFill>
                <a:schemeClr val="dk1"/>
              </a:solidFill>
              <a:highlight>
                <a:srgbClr val="FFFFFF"/>
              </a:highlight>
              <a:latin typeface="Verdana"/>
              <a:ea typeface="Verdana"/>
              <a:cs typeface="Verdana"/>
              <a:sym typeface="Verdana"/>
            </a:endParaRPr>
          </a:p>
          <a:p>
            <a:pPr indent="-317500" lvl="0" marL="457200" rtl="0" algn="l">
              <a:lnSpc>
                <a:spcPct val="115000"/>
              </a:lnSpc>
              <a:spcBef>
                <a:spcPts val="40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Returns records that have matching values in both tables.</a:t>
            </a:r>
            <a:endParaRPr>
              <a:solidFill>
                <a:schemeClr val="dk1"/>
              </a:solidFill>
              <a:highlight>
                <a:srgbClr val="FFFFFF"/>
              </a:highlight>
              <a:latin typeface="Verdana"/>
              <a:ea typeface="Verdana"/>
              <a:cs typeface="Verdana"/>
              <a:sym typeface="Verdana"/>
            </a:endParaRPr>
          </a:p>
          <a:p>
            <a:pPr indent="0" lvl="0" marL="0" rtl="0" algn="l">
              <a:lnSpc>
                <a:spcPct val="115000"/>
              </a:lnSpc>
              <a:spcBef>
                <a:spcPts val="400"/>
              </a:spcBef>
              <a:spcAft>
                <a:spcPts val="0"/>
              </a:spcAft>
              <a:buNone/>
            </a:pPr>
            <a:r>
              <a:rPr lang="en">
                <a:solidFill>
                  <a:schemeClr val="dk1"/>
                </a:solidFill>
                <a:highlight>
                  <a:srgbClr val="FFFFFF"/>
                </a:highlight>
                <a:latin typeface="Verdana"/>
                <a:ea typeface="Verdana"/>
                <a:cs typeface="Verdana"/>
                <a:sym typeface="Verdana"/>
              </a:rPr>
              <a:t>LEFT JOIN:</a:t>
            </a:r>
            <a:endParaRPr>
              <a:solidFill>
                <a:schemeClr val="dk1"/>
              </a:solidFill>
              <a:highlight>
                <a:srgbClr val="FFFFFF"/>
              </a:highlight>
              <a:latin typeface="Verdana"/>
              <a:ea typeface="Verdana"/>
              <a:cs typeface="Verdana"/>
              <a:sym typeface="Verdana"/>
            </a:endParaRPr>
          </a:p>
          <a:p>
            <a:pPr indent="-317500" lvl="0" marL="457200" rtl="0" algn="l">
              <a:lnSpc>
                <a:spcPct val="115000"/>
              </a:lnSpc>
              <a:spcBef>
                <a:spcPts val="40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Return all records from the left table, and the matched records from the right table.</a:t>
            </a:r>
            <a:endParaRPr>
              <a:solidFill>
                <a:schemeClr val="dk1"/>
              </a:solidFill>
              <a:highlight>
                <a:srgbClr val="FFFFFF"/>
              </a:highlight>
              <a:latin typeface="Verdana"/>
              <a:ea typeface="Verdana"/>
              <a:cs typeface="Verdana"/>
              <a:sym typeface="Verdana"/>
            </a:endParaRPr>
          </a:p>
          <a:p>
            <a:pPr indent="0" lvl="0" marL="0" rtl="0" algn="l">
              <a:lnSpc>
                <a:spcPct val="115000"/>
              </a:lnSpc>
              <a:spcBef>
                <a:spcPts val="400"/>
              </a:spcBef>
              <a:spcAft>
                <a:spcPts val="0"/>
              </a:spcAft>
              <a:buNone/>
            </a:pPr>
            <a:r>
              <a:rPr lang="en">
                <a:solidFill>
                  <a:schemeClr val="dk1"/>
                </a:solidFill>
                <a:highlight>
                  <a:srgbClr val="FFFFFF"/>
                </a:highlight>
                <a:latin typeface="Verdana"/>
                <a:ea typeface="Verdana"/>
                <a:cs typeface="Verdana"/>
                <a:sym typeface="Verdana"/>
              </a:rPr>
              <a:t>RIGHT JOIN:</a:t>
            </a:r>
            <a:endParaRPr>
              <a:solidFill>
                <a:schemeClr val="dk1"/>
              </a:solidFill>
              <a:highlight>
                <a:srgbClr val="FFFFFF"/>
              </a:highlight>
              <a:latin typeface="Verdana"/>
              <a:ea typeface="Verdana"/>
              <a:cs typeface="Verdana"/>
              <a:sym typeface="Verdana"/>
            </a:endParaRPr>
          </a:p>
          <a:p>
            <a:pPr indent="-317500" lvl="0" marL="457200" rtl="0" algn="l">
              <a:lnSpc>
                <a:spcPct val="115000"/>
              </a:lnSpc>
              <a:spcBef>
                <a:spcPts val="40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Return all records from the right table, and the matched records from the left table.</a:t>
            </a:r>
            <a:endParaRPr>
              <a:solidFill>
                <a:schemeClr val="dk1"/>
              </a:solidFill>
              <a:highlight>
                <a:srgbClr val="FFFFFF"/>
              </a:highlight>
              <a:latin typeface="Verdana"/>
              <a:ea typeface="Verdana"/>
              <a:cs typeface="Verdana"/>
              <a:sym typeface="Verdana"/>
            </a:endParaRPr>
          </a:p>
          <a:p>
            <a:pPr indent="0" lvl="0" marL="0" rtl="0" algn="l">
              <a:lnSpc>
                <a:spcPct val="115000"/>
              </a:lnSpc>
              <a:spcBef>
                <a:spcPts val="400"/>
              </a:spcBef>
              <a:spcAft>
                <a:spcPts val="0"/>
              </a:spcAft>
              <a:buNone/>
            </a:pPr>
            <a:r>
              <a:rPr lang="en">
                <a:solidFill>
                  <a:schemeClr val="dk1"/>
                </a:solidFill>
                <a:highlight>
                  <a:srgbClr val="FFFFFF"/>
                </a:highlight>
                <a:latin typeface="Verdana"/>
                <a:ea typeface="Verdana"/>
                <a:cs typeface="Verdana"/>
                <a:sym typeface="Verdana"/>
              </a:rPr>
              <a:t>FULL JOIN:</a:t>
            </a:r>
            <a:endParaRPr>
              <a:solidFill>
                <a:schemeClr val="dk1"/>
              </a:solidFill>
              <a:highlight>
                <a:srgbClr val="FFFFFF"/>
              </a:highlight>
              <a:latin typeface="Verdana"/>
              <a:ea typeface="Verdana"/>
              <a:cs typeface="Verdana"/>
              <a:sym typeface="Verdana"/>
            </a:endParaRPr>
          </a:p>
          <a:p>
            <a:pPr indent="-301625" lvl="0" marL="457200" rtl="0" algn="l">
              <a:lnSpc>
                <a:spcPct val="115000"/>
              </a:lnSpc>
              <a:spcBef>
                <a:spcPts val="400"/>
              </a:spcBef>
              <a:spcAft>
                <a:spcPts val="0"/>
              </a:spcAft>
              <a:buClr>
                <a:schemeClr val="dk1"/>
              </a:buClr>
              <a:buSzPts val="1150"/>
              <a:buFont typeface="Verdana"/>
              <a:buChar char="●"/>
            </a:pPr>
            <a:r>
              <a:rPr lang="en">
                <a:solidFill>
                  <a:schemeClr val="dk1"/>
                </a:solidFill>
                <a:highlight>
                  <a:srgbClr val="FFFFFF"/>
                </a:highlight>
                <a:latin typeface="Verdana"/>
                <a:ea typeface="Verdana"/>
                <a:cs typeface="Verdana"/>
                <a:sym typeface="Verdana"/>
              </a:rPr>
              <a:t>Return all records when there is a match in either left or right table.</a:t>
            </a:r>
            <a:br>
              <a:rPr lang="en" sz="1150">
                <a:solidFill>
                  <a:schemeClr val="dk1"/>
                </a:solidFill>
                <a:highlight>
                  <a:srgbClr val="FFFFFF"/>
                </a:highlight>
                <a:latin typeface="Verdana"/>
                <a:ea typeface="Verdana"/>
                <a:cs typeface="Verdana"/>
                <a:sym typeface="Verdana"/>
              </a:rPr>
            </a:br>
            <a:endParaRPr sz="1150">
              <a:solidFill>
                <a:schemeClr val="dk1"/>
              </a:solidFill>
              <a:highlight>
                <a:srgbClr val="FFFFFF"/>
              </a:highlight>
              <a:latin typeface="Verdana"/>
              <a:ea typeface="Verdana"/>
              <a:cs typeface="Verdana"/>
              <a:sym typeface="Verdana"/>
            </a:endParaRPr>
          </a:p>
          <a:p>
            <a:pPr indent="0" lvl="0" marL="457200" rtl="0" algn="l">
              <a:lnSpc>
                <a:spcPct val="115000"/>
              </a:lnSpc>
              <a:spcBef>
                <a:spcPts val="400"/>
              </a:spcBef>
              <a:spcAft>
                <a:spcPts val="0"/>
              </a:spcAft>
              <a:buNone/>
            </a:pPr>
            <a:r>
              <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400"/>
              </a:spcBef>
              <a:spcAft>
                <a:spcPts val="0"/>
              </a:spcAft>
              <a:buNone/>
            </a:pPr>
            <a:r>
              <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400"/>
              </a:spcBef>
              <a:spcAft>
                <a:spcPts val="0"/>
              </a:spcAft>
              <a:buNone/>
            </a:pPr>
            <a:r>
              <a:t/>
            </a:r>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9" name="Shape 199"/>
        <p:cNvGrpSpPr/>
        <p:nvPr/>
      </p:nvGrpSpPr>
      <p:grpSpPr>
        <a:xfrm>
          <a:off x="0" y="0"/>
          <a:ext cx="0" cy="0"/>
          <a:chOff x="0" y="0"/>
          <a:chExt cx="0" cy="0"/>
        </a:xfrm>
      </p:grpSpPr>
      <p:pic>
        <p:nvPicPr>
          <p:cNvPr id="200" name="Google Shape;200;p30"/>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201" name="Google Shape;201;p30"/>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202" name="Google Shape;202;p30"/>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203" name="Google Shape;203;p30"/>
          <p:cNvSpPr txBox="1"/>
          <p:nvPr/>
        </p:nvSpPr>
        <p:spPr>
          <a:xfrm>
            <a:off x="0" y="305125"/>
            <a:ext cx="9101100" cy="469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400"/>
              </a:spcBef>
              <a:spcAft>
                <a:spcPts val="0"/>
              </a:spcAft>
              <a:buNone/>
            </a:pPr>
            <a:r>
              <a:rPr b="1" lang="en" sz="2400">
                <a:solidFill>
                  <a:srgbClr val="0000FF"/>
                </a:solidFill>
              </a:rPr>
              <a:t>JOIN:</a:t>
            </a:r>
            <a:endParaRPr b="1" sz="2400">
              <a:solidFill>
                <a:srgbClr val="0000FF"/>
              </a:solidFill>
            </a:endParaRPr>
          </a:p>
          <a:p>
            <a:pPr indent="0" lvl="0" marL="0" rtl="0" algn="l">
              <a:lnSpc>
                <a:spcPct val="115000"/>
              </a:lnSpc>
              <a:spcBef>
                <a:spcPts val="400"/>
              </a:spcBef>
              <a:spcAft>
                <a:spcPts val="0"/>
              </a:spcAft>
              <a:buNone/>
            </a:pPr>
            <a:br>
              <a:rPr lang="en" sz="1150">
                <a:solidFill>
                  <a:schemeClr val="dk1"/>
                </a:solidFill>
                <a:highlight>
                  <a:srgbClr val="FFFFFF"/>
                </a:highlight>
                <a:latin typeface="Verdana"/>
                <a:ea typeface="Verdana"/>
                <a:cs typeface="Verdana"/>
                <a:sym typeface="Verdana"/>
              </a:rPr>
            </a:br>
            <a:endParaRPr sz="1150">
              <a:solidFill>
                <a:schemeClr val="dk1"/>
              </a:solidFill>
              <a:highlight>
                <a:srgbClr val="FFFFFF"/>
              </a:highlight>
              <a:latin typeface="Verdana"/>
              <a:ea typeface="Verdana"/>
              <a:cs typeface="Verdana"/>
              <a:sym typeface="Verdana"/>
            </a:endParaRPr>
          </a:p>
          <a:p>
            <a:pPr indent="0" lvl="0" marL="457200" rtl="0" algn="l">
              <a:lnSpc>
                <a:spcPct val="115000"/>
              </a:lnSpc>
              <a:spcBef>
                <a:spcPts val="400"/>
              </a:spcBef>
              <a:spcAft>
                <a:spcPts val="0"/>
              </a:spcAft>
              <a:buNone/>
            </a:pPr>
            <a:r>
              <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400"/>
              </a:spcBef>
              <a:spcAft>
                <a:spcPts val="0"/>
              </a:spcAft>
              <a:buNone/>
            </a:pPr>
            <a:r>
              <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400"/>
              </a:spcBef>
              <a:spcAft>
                <a:spcPts val="0"/>
              </a:spcAft>
              <a:buNone/>
            </a:pPr>
            <a:r>
              <a:t/>
            </a:r>
            <a:endParaRPr>
              <a:solidFill>
                <a:schemeClr val="dk1"/>
              </a:solidFill>
            </a:endParaRPr>
          </a:p>
        </p:txBody>
      </p:sp>
      <p:pic>
        <p:nvPicPr>
          <p:cNvPr id="204" name="Google Shape;204;p30"/>
          <p:cNvPicPr preferRelativeResize="0"/>
          <p:nvPr/>
        </p:nvPicPr>
        <p:blipFill>
          <a:blip r:embed="rId5">
            <a:alphaModFix/>
          </a:blip>
          <a:stretch>
            <a:fillRect/>
          </a:stretch>
        </p:blipFill>
        <p:spPr>
          <a:xfrm>
            <a:off x="272250" y="892550"/>
            <a:ext cx="7817350" cy="36776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8" name="Shape 208"/>
        <p:cNvGrpSpPr/>
        <p:nvPr/>
      </p:nvGrpSpPr>
      <p:grpSpPr>
        <a:xfrm>
          <a:off x="0" y="0"/>
          <a:ext cx="0" cy="0"/>
          <a:chOff x="0" y="0"/>
          <a:chExt cx="0" cy="0"/>
        </a:xfrm>
      </p:grpSpPr>
      <p:pic>
        <p:nvPicPr>
          <p:cNvPr id="209" name="Google Shape;209;p31"/>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210" name="Google Shape;210;p31"/>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211" name="Google Shape;211;p31"/>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212" name="Google Shape;212;p31"/>
          <p:cNvSpPr txBox="1"/>
          <p:nvPr/>
        </p:nvSpPr>
        <p:spPr>
          <a:xfrm>
            <a:off x="0" y="500450"/>
            <a:ext cx="9101100" cy="450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None/>
            </a:pPr>
            <a:r>
              <a:rPr b="1" lang="en">
                <a:solidFill>
                  <a:schemeClr val="dk1"/>
                </a:solidFill>
              </a:rPr>
              <a:t>UNION:</a:t>
            </a:r>
            <a:endParaRPr b="1">
              <a:solidFill>
                <a:schemeClr val="dk1"/>
              </a:solidFill>
            </a:endParaRPr>
          </a:p>
          <a:p>
            <a:pPr indent="-317500" lvl="0" marL="457200" marR="25400" rtl="0" algn="just">
              <a:lnSpc>
                <a:spcPct val="115000"/>
              </a:lnSpc>
              <a:spcBef>
                <a:spcPts val="0"/>
              </a:spcBef>
              <a:spcAft>
                <a:spcPts val="0"/>
              </a:spcAft>
              <a:buClr>
                <a:schemeClr val="dk1"/>
              </a:buClr>
              <a:buSzPts val="1400"/>
              <a:buFont typeface="Verdana"/>
              <a:buChar char="●"/>
            </a:pPr>
            <a:r>
              <a:rPr lang="en">
                <a:solidFill>
                  <a:schemeClr val="dk1"/>
                </a:solidFill>
                <a:latin typeface="Verdana"/>
                <a:ea typeface="Verdana"/>
                <a:cs typeface="Verdana"/>
                <a:sym typeface="Verdana"/>
              </a:rPr>
              <a:t>The SQL UNION clause is used to combine the results of two or more SELECT statements without returning any duplicate rows.</a:t>
            </a:r>
            <a:endParaRPr>
              <a:solidFill>
                <a:schemeClr val="dk1"/>
              </a:solidFill>
              <a:latin typeface="Verdana"/>
              <a:ea typeface="Verdana"/>
              <a:cs typeface="Verdana"/>
              <a:sym typeface="Verdana"/>
            </a:endParaRPr>
          </a:p>
          <a:p>
            <a:pPr indent="-317500" lvl="0" marL="457200" marR="25400" rtl="0" algn="just">
              <a:lnSpc>
                <a:spcPct val="115000"/>
              </a:lnSpc>
              <a:spcBef>
                <a:spcPts val="0"/>
              </a:spcBef>
              <a:spcAft>
                <a:spcPts val="0"/>
              </a:spcAft>
              <a:buClr>
                <a:schemeClr val="dk1"/>
              </a:buClr>
              <a:buSzPts val="1400"/>
              <a:buFont typeface="Verdana"/>
              <a:buChar char="●"/>
            </a:pPr>
            <a:r>
              <a:rPr lang="en">
                <a:solidFill>
                  <a:schemeClr val="dk1"/>
                </a:solidFill>
                <a:latin typeface="Verdana"/>
                <a:ea typeface="Verdana"/>
                <a:cs typeface="Verdana"/>
                <a:sym typeface="Verdana"/>
              </a:rPr>
              <a:t>To use this UNION clause, each SELECT statement must have</a:t>
            </a:r>
            <a:endParaRPr>
              <a:solidFill>
                <a:schemeClr val="dk1"/>
              </a:solidFill>
              <a:latin typeface="Verdana"/>
              <a:ea typeface="Verdana"/>
              <a:cs typeface="Verdana"/>
              <a:sym typeface="Verdana"/>
            </a:endParaRPr>
          </a:p>
          <a:p>
            <a:pPr indent="-317500" lvl="1" marL="914400" rtl="0" algn="l">
              <a:lnSpc>
                <a:spcPct val="115000"/>
              </a:lnSpc>
              <a:spcBef>
                <a:spcPts val="0"/>
              </a:spcBef>
              <a:spcAft>
                <a:spcPts val="0"/>
              </a:spcAft>
              <a:buClr>
                <a:schemeClr val="dk1"/>
              </a:buClr>
              <a:buSzPts val="1400"/>
              <a:buFont typeface="Verdana"/>
              <a:buChar char="○"/>
            </a:pPr>
            <a:r>
              <a:rPr lang="en">
                <a:solidFill>
                  <a:schemeClr val="dk1"/>
                </a:solidFill>
                <a:latin typeface="Verdana"/>
                <a:ea typeface="Verdana"/>
                <a:cs typeface="Verdana"/>
                <a:sym typeface="Verdana"/>
              </a:rPr>
              <a:t>Same number of columns selected</a:t>
            </a:r>
            <a:endParaRPr>
              <a:solidFill>
                <a:schemeClr val="dk1"/>
              </a:solidFill>
              <a:latin typeface="Verdana"/>
              <a:ea typeface="Verdana"/>
              <a:cs typeface="Verdana"/>
              <a:sym typeface="Verdana"/>
            </a:endParaRPr>
          </a:p>
          <a:p>
            <a:pPr indent="-317500" lvl="1" marL="914400" rtl="0" algn="l">
              <a:lnSpc>
                <a:spcPct val="115000"/>
              </a:lnSpc>
              <a:spcBef>
                <a:spcPts val="0"/>
              </a:spcBef>
              <a:spcAft>
                <a:spcPts val="0"/>
              </a:spcAft>
              <a:buClr>
                <a:schemeClr val="dk1"/>
              </a:buClr>
              <a:buSzPts val="1400"/>
              <a:buFont typeface="Verdana"/>
              <a:buChar char="○"/>
            </a:pPr>
            <a:r>
              <a:rPr lang="en">
                <a:solidFill>
                  <a:schemeClr val="dk1"/>
                </a:solidFill>
                <a:latin typeface="Verdana"/>
                <a:ea typeface="Verdana"/>
                <a:cs typeface="Verdana"/>
                <a:sym typeface="Verdana"/>
              </a:rPr>
              <a:t>Same number of column expressions</a:t>
            </a:r>
            <a:endParaRPr>
              <a:solidFill>
                <a:schemeClr val="dk1"/>
              </a:solidFill>
              <a:latin typeface="Verdana"/>
              <a:ea typeface="Verdana"/>
              <a:cs typeface="Verdana"/>
              <a:sym typeface="Verdana"/>
            </a:endParaRPr>
          </a:p>
          <a:p>
            <a:pPr indent="-317500" lvl="1" marL="914400" rtl="0" algn="l">
              <a:lnSpc>
                <a:spcPct val="115000"/>
              </a:lnSpc>
              <a:spcBef>
                <a:spcPts val="0"/>
              </a:spcBef>
              <a:spcAft>
                <a:spcPts val="0"/>
              </a:spcAft>
              <a:buClr>
                <a:schemeClr val="dk1"/>
              </a:buClr>
              <a:buSzPts val="1400"/>
              <a:buFont typeface="Verdana"/>
              <a:buChar char="○"/>
            </a:pPr>
            <a:r>
              <a:rPr lang="en">
                <a:solidFill>
                  <a:schemeClr val="dk1"/>
                </a:solidFill>
                <a:latin typeface="Verdana"/>
                <a:ea typeface="Verdana"/>
                <a:cs typeface="Verdana"/>
                <a:sym typeface="Verdana"/>
              </a:rPr>
              <a:t>Same data type and</a:t>
            </a:r>
            <a:endParaRPr>
              <a:solidFill>
                <a:schemeClr val="dk1"/>
              </a:solidFill>
              <a:latin typeface="Verdana"/>
              <a:ea typeface="Verdana"/>
              <a:cs typeface="Verdana"/>
              <a:sym typeface="Verdana"/>
            </a:endParaRPr>
          </a:p>
          <a:p>
            <a:pPr indent="-317500" lvl="1" marL="914400" rtl="0" algn="l">
              <a:lnSpc>
                <a:spcPct val="115000"/>
              </a:lnSpc>
              <a:spcBef>
                <a:spcPts val="0"/>
              </a:spcBef>
              <a:spcAft>
                <a:spcPts val="0"/>
              </a:spcAft>
              <a:buClr>
                <a:schemeClr val="dk1"/>
              </a:buClr>
              <a:buSzPts val="1400"/>
              <a:buFont typeface="Verdana"/>
              <a:buChar char="○"/>
            </a:pPr>
            <a:r>
              <a:rPr lang="en">
                <a:solidFill>
                  <a:schemeClr val="dk1"/>
                </a:solidFill>
                <a:latin typeface="Verdana"/>
                <a:ea typeface="Verdana"/>
                <a:cs typeface="Verdana"/>
                <a:sym typeface="Verdana"/>
              </a:rPr>
              <a:t>Same order</a:t>
            </a:r>
            <a:endParaRPr>
              <a:solidFill>
                <a:schemeClr val="dk1"/>
              </a:solidFill>
              <a:latin typeface="Verdana"/>
              <a:ea typeface="Verdana"/>
              <a:cs typeface="Verdana"/>
              <a:sym typeface="Verdana"/>
            </a:endParaRPr>
          </a:p>
          <a:p>
            <a:pPr indent="0" lvl="0" marL="0" rtl="0" algn="l">
              <a:lnSpc>
                <a:spcPct val="115000"/>
              </a:lnSpc>
              <a:spcBef>
                <a:spcPts val="400"/>
              </a:spcBef>
              <a:spcAft>
                <a:spcPts val="0"/>
              </a:spcAft>
              <a:buNone/>
            </a:pPr>
            <a:r>
              <a:rPr b="1" lang="en">
                <a:solidFill>
                  <a:schemeClr val="dk1"/>
                </a:solidFill>
                <a:latin typeface="Verdana"/>
                <a:ea typeface="Verdana"/>
                <a:cs typeface="Verdana"/>
                <a:sym typeface="Verdana"/>
              </a:rPr>
              <a:t>INSERT INTO:</a:t>
            </a:r>
            <a:endParaRPr b="1">
              <a:solidFill>
                <a:schemeClr val="dk1"/>
              </a:solidFill>
              <a:latin typeface="Verdana"/>
              <a:ea typeface="Verdana"/>
              <a:cs typeface="Verdana"/>
              <a:sym typeface="Verdana"/>
            </a:endParaRPr>
          </a:p>
          <a:p>
            <a:pPr indent="-317500" lvl="0" marL="457200" marR="25400" rtl="0" algn="just">
              <a:lnSpc>
                <a:spcPct val="115000"/>
              </a:lnSpc>
              <a:spcBef>
                <a:spcPts val="40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The SQL INSERT INTO Statement is used to add new rows of data to a table.</a:t>
            </a:r>
            <a:endParaRPr>
              <a:solidFill>
                <a:schemeClr val="dk1"/>
              </a:solidFill>
              <a:highlight>
                <a:srgbClr val="FFFFFF"/>
              </a:highlight>
              <a:latin typeface="Verdana"/>
              <a:ea typeface="Verdana"/>
              <a:cs typeface="Verdana"/>
              <a:sym typeface="Verdana"/>
            </a:endParaRPr>
          </a:p>
          <a:p>
            <a:pPr indent="-317500" lvl="0" marL="457200" marR="25400" rtl="0" algn="just">
              <a:lnSpc>
                <a:spcPct val="115000"/>
              </a:lnSpc>
              <a:spcBef>
                <a:spcPts val="0"/>
              </a:spcBef>
              <a:spcAft>
                <a:spcPts val="0"/>
              </a:spcAft>
              <a:buClr>
                <a:schemeClr val="dk1"/>
              </a:buClr>
              <a:buSzPts val="1400"/>
              <a:buFont typeface="Verdana"/>
              <a:buChar char="●"/>
            </a:pPr>
            <a:r>
              <a:rPr lang="en">
                <a:solidFill>
                  <a:schemeClr val="dk1"/>
                </a:solidFill>
                <a:latin typeface="Verdana"/>
                <a:ea typeface="Verdana"/>
                <a:cs typeface="Verdana"/>
                <a:sym typeface="Verdana"/>
              </a:rPr>
              <a:t>To write the INSERT INTO statement in two ways.</a:t>
            </a:r>
            <a:endParaRPr>
              <a:solidFill>
                <a:schemeClr val="dk1"/>
              </a:solidFill>
              <a:latin typeface="Verdana"/>
              <a:ea typeface="Verdana"/>
              <a:cs typeface="Verdana"/>
              <a:sym typeface="Verdana"/>
            </a:endParaRPr>
          </a:p>
          <a:p>
            <a:pPr indent="-317500" lvl="1" marL="914400" marR="25400" rtl="0" algn="just">
              <a:lnSpc>
                <a:spcPct val="115000"/>
              </a:lnSpc>
              <a:spcBef>
                <a:spcPts val="0"/>
              </a:spcBef>
              <a:spcAft>
                <a:spcPts val="0"/>
              </a:spcAft>
              <a:buClr>
                <a:schemeClr val="dk1"/>
              </a:buClr>
              <a:buSzPts val="1400"/>
              <a:buFont typeface="Verdana"/>
              <a:buChar char="○"/>
            </a:pPr>
            <a:r>
              <a:rPr lang="en">
                <a:solidFill>
                  <a:schemeClr val="dk1"/>
                </a:solidFill>
                <a:latin typeface="Verdana"/>
                <a:ea typeface="Verdana"/>
                <a:cs typeface="Verdana"/>
                <a:sym typeface="Verdana"/>
              </a:rPr>
              <a:t>The first way specifies both the column names and the values to be inserted:</a:t>
            </a:r>
            <a:endParaRPr>
              <a:solidFill>
                <a:schemeClr val="dk1"/>
              </a:solidFill>
              <a:latin typeface="Verdana"/>
              <a:ea typeface="Verdana"/>
              <a:cs typeface="Verdana"/>
              <a:sym typeface="Verdana"/>
            </a:endParaRPr>
          </a:p>
          <a:p>
            <a:pPr indent="-317500" lvl="1" marL="914400" marR="25400" rtl="0" algn="just">
              <a:lnSpc>
                <a:spcPct val="115000"/>
              </a:lnSpc>
              <a:spcBef>
                <a:spcPts val="0"/>
              </a:spcBef>
              <a:spcAft>
                <a:spcPts val="0"/>
              </a:spcAft>
              <a:buClr>
                <a:schemeClr val="dk1"/>
              </a:buClr>
              <a:buSzPts val="1400"/>
              <a:buFont typeface="Verdana"/>
              <a:buChar char="○"/>
            </a:pPr>
            <a:r>
              <a:rPr lang="en">
                <a:solidFill>
                  <a:schemeClr val="dk1"/>
                </a:solidFill>
                <a:highlight>
                  <a:srgbClr val="FFFFFF"/>
                </a:highlight>
                <a:latin typeface="Verdana"/>
                <a:ea typeface="Verdana"/>
                <a:cs typeface="Verdana"/>
                <a:sym typeface="Verdana"/>
              </a:rPr>
              <a:t>Adding values for all the columns of the table, do not need to specify the column names in the SQL query. However, make sure the order of the values is in the same order as the columns in the table.</a:t>
            </a:r>
            <a:endParaRPr>
              <a:solidFill>
                <a:schemeClr val="dk1"/>
              </a:solidFill>
              <a:highlight>
                <a:srgbClr val="FFFFFF"/>
              </a:highlight>
              <a:latin typeface="Verdana"/>
              <a:ea typeface="Verdana"/>
              <a:cs typeface="Verdana"/>
              <a:sym typeface="Verdana"/>
            </a:endParaRPr>
          </a:p>
          <a:p>
            <a:pPr indent="0" lvl="0" marL="0" rtl="0" algn="l">
              <a:lnSpc>
                <a:spcPct val="114000"/>
              </a:lnSpc>
              <a:spcBef>
                <a:spcPts val="1600"/>
              </a:spcBef>
              <a:spcAft>
                <a:spcPts val="0"/>
              </a:spcAft>
              <a:buNone/>
            </a:pPr>
            <a:r>
              <a:t/>
            </a:r>
            <a:endParaRPr b="1">
              <a:solidFill>
                <a:schemeClr val="dk1"/>
              </a:solidFill>
            </a:endParaRPr>
          </a:p>
          <a:p>
            <a:pPr indent="0" lvl="0" marL="0" rtl="0" algn="l">
              <a:lnSpc>
                <a:spcPct val="115000"/>
              </a:lnSpc>
              <a:spcBef>
                <a:spcPts val="400"/>
              </a:spcBef>
              <a:spcAft>
                <a:spcPts val="0"/>
              </a:spcAft>
              <a:buNone/>
            </a:pPr>
            <a:r>
              <a:t/>
            </a:r>
            <a:endParaRPr b="1">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6" name="Shape 216"/>
        <p:cNvGrpSpPr/>
        <p:nvPr/>
      </p:nvGrpSpPr>
      <p:grpSpPr>
        <a:xfrm>
          <a:off x="0" y="0"/>
          <a:ext cx="0" cy="0"/>
          <a:chOff x="0" y="0"/>
          <a:chExt cx="0" cy="0"/>
        </a:xfrm>
      </p:grpSpPr>
      <p:pic>
        <p:nvPicPr>
          <p:cNvPr id="217" name="Google Shape;217;p32"/>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218" name="Google Shape;218;p32"/>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219" name="Google Shape;219;p32"/>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220" name="Google Shape;220;p32"/>
          <p:cNvSpPr txBox="1"/>
          <p:nvPr/>
        </p:nvSpPr>
        <p:spPr>
          <a:xfrm>
            <a:off x="0" y="500450"/>
            <a:ext cx="9101100" cy="450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0"/>
              </a:spcAft>
              <a:buNone/>
            </a:pPr>
            <a:r>
              <a:rPr b="1" lang="en" sz="2400">
                <a:solidFill>
                  <a:srgbClr val="0000FF"/>
                </a:solidFill>
              </a:rPr>
              <a:t>UNION ALL and UNION:</a:t>
            </a:r>
            <a:endParaRPr b="1" sz="2400">
              <a:solidFill>
                <a:srgbClr val="0000FF"/>
              </a:solidFill>
            </a:endParaRPr>
          </a:p>
          <a:p>
            <a:pPr indent="0" lvl="0" marL="0" rtl="0" algn="l">
              <a:lnSpc>
                <a:spcPct val="115000"/>
              </a:lnSpc>
              <a:spcBef>
                <a:spcPts val="2400"/>
              </a:spcBef>
              <a:spcAft>
                <a:spcPts val="0"/>
              </a:spcAft>
              <a:buClr>
                <a:schemeClr val="dk1"/>
              </a:buClr>
              <a:buSzPts val="1100"/>
              <a:buFont typeface="Arial"/>
              <a:buNone/>
            </a:pPr>
            <a:r>
              <a:t/>
            </a:r>
            <a:endParaRPr b="1" sz="2400">
              <a:solidFill>
                <a:srgbClr val="0000FF"/>
              </a:solidFill>
            </a:endParaRPr>
          </a:p>
          <a:p>
            <a:pPr indent="0" lvl="0" marL="0" marR="25400" rtl="0" algn="just">
              <a:lnSpc>
                <a:spcPct val="115000"/>
              </a:lnSpc>
              <a:spcBef>
                <a:spcPts val="600"/>
              </a:spcBef>
              <a:spcAft>
                <a:spcPts val="0"/>
              </a:spcAft>
              <a:buNone/>
            </a:pPr>
            <a:r>
              <a:t/>
            </a:r>
            <a:endParaRPr b="1">
              <a:solidFill>
                <a:schemeClr val="dk1"/>
              </a:solidFill>
            </a:endParaRPr>
          </a:p>
          <a:p>
            <a:pPr indent="0" lvl="0" marL="0" rtl="0" algn="l">
              <a:lnSpc>
                <a:spcPct val="114000"/>
              </a:lnSpc>
              <a:spcBef>
                <a:spcPts val="1600"/>
              </a:spcBef>
              <a:spcAft>
                <a:spcPts val="0"/>
              </a:spcAft>
              <a:buNone/>
            </a:pPr>
            <a:r>
              <a:t/>
            </a:r>
            <a:endParaRPr b="1">
              <a:solidFill>
                <a:schemeClr val="dk1"/>
              </a:solidFill>
            </a:endParaRPr>
          </a:p>
          <a:p>
            <a:pPr indent="0" lvl="0" marL="0" rtl="0" algn="l">
              <a:lnSpc>
                <a:spcPct val="115000"/>
              </a:lnSpc>
              <a:spcBef>
                <a:spcPts val="400"/>
              </a:spcBef>
              <a:spcAft>
                <a:spcPts val="0"/>
              </a:spcAft>
              <a:buNone/>
            </a:pPr>
            <a:r>
              <a:t/>
            </a:r>
            <a:endParaRPr b="1">
              <a:solidFill>
                <a:schemeClr val="dk1"/>
              </a:solidFill>
            </a:endParaRPr>
          </a:p>
        </p:txBody>
      </p:sp>
      <p:pic>
        <p:nvPicPr>
          <p:cNvPr id="221" name="Google Shape;221;p32"/>
          <p:cNvPicPr preferRelativeResize="0"/>
          <p:nvPr/>
        </p:nvPicPr>
        <p:blipFill>
          <a:blip r:embed="rId5">
            <a:alphaModFix/>
          </a:blip>
          <a:stretch>
            <a:fillRect/>
          </a:stretch>
        </p:blipFill>
        <p:spPr>
          <a:xfrm>
            <a:off x="301400" y="1312375"/>
            <a:ext cx="8254899" cy="33938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5" name="Shape 225"/>
        <p:cNvGrpSpPr/>
        <p:nvPr/>
      </p:nvGrpSpPr>
      <p:grpSpPr>
        <a:xfrm>
          <a:off x="0" y="0"/>
          <a:ext cx="0" cy="0"/>
          <a:chOff x="0" y="0"/>
          <a:chExt cx="0" cy="0"/>
        </a:xfrm>
      </p:grpSpPr>
      <p:pic>
        <p:nvPicPr>
          <p:cNvPr id="226" name="Google Shape;226;p33"/>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227" name="Google Shape;227;p33"/>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228" name="Google Shape;228;p33"/>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229" name="Google Shape;229;p33"/>
          <p:cNvSpPr txBox="1"/>
          <p:nvPr/>
        </p:nvSpPr>
        <p:spPr>
          <a:xfrm>
            <a:off x="21450" y="500450"/>
            <a:ext cx="9101100" cy="450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0"/>
              </a:spcAft>
              <a:buNone/>
            </a:pPr>
            <a:r>
              <a:rPr b="1" lang="en" sz="2400">
                <a:solidFill>
                  <a:srgbClr val="0000FF"/>
                </a:solidFill>
              </a:rPr>
              <a:t>Insert in Sql:</a:t>
            </a:r>
            <a:endParaRPr b="1" sz="2400">
              <a:solidFill>
                <a:srgbClr val="0000FF"/>
              </a:solidFill>
            </a:endParaRPr>
          </a:p>
          <a:p>
            <a:pPr indent="0" lvl="0" marL="0" rtl="0" algn="l">
              <a:lnSpc>
                <a:spcPct val="115000"/>
              </a:lnSpc>
              <a:spcBef>
                <a:spcPts val="2400"/>
              </a:spcBef>
              <a:spcAft>
                <a:spcPts val="0"/>
              </a:spcAft>
              <a:buNone/>
            </a:pPr>
            <a:r>
              <a:t/>
            </a:r>
            <a:endParaRPr b="1" sz="2400">
              <a:solidFill>
                <a:srgbClr val="0000FF"/>
              </a:solidFill>
            </a:endParaRPr>
          </a:p>
          <a:p>
            <a:pPr indent="0" lvl="0" marL="0" rtl="0" algn="l">
              <a:lnSpc>
                <a:spcPct val="115000"/>
              </a:lnSpc>
              <a:spcBef>
                <a:spcPts val="2400"/>
              </a:spcBef>
              <a:spcAft>
                <a:spcPts val="0"/>
              </a:spcAft>
              <a:buNone/>
            </a:pPr>
            <a:r>
              <a:t/>
            </a:r>
            <a:endParaRPr b="1" sz="2400">
              <a:solidFill>
                <a:srgbClr val="0000FF"/>
              </a:solidFill>
            </a:endParaRPr>
          </a:p>
          <a:p>
            <a:pPr indent="0" lvl="0" marL="0" rtl="0" algn="l">
              <a:lnSpc>
                <a:spcPct val="115000"/>
              </a:lnSpc>
              <a:spcBef>
                <a:spcPts val="2400"/>
              </a:spcBef>
              <a:spcAft>
                <a:spcPts val="0"/>
              </a:spcAft>
              <a:buNone/>
            </a:pPr>
            <a:r>
              <a:t/>
            </a:r>
            <a:endParaRPr b="1" sz="2400">
              <a:solidFill>
                <a:srgbClr val="0000FF"/>
              </a:solidFill>
            </a:endParaRPr>
          </a:p>
          <a:p>
            <a:pPr indent="0" lvl="0" marL="0" marR="25400" rtl="0" algn="just">
              <a:lnSpc>
                <a:spcPct val="115000"/>
              </a:lnSpc>
              <a:spcBef>
                <a:spcPts val="600"/>
              </a:spcBef>
              <a:spcAft>
                <a:spcPts val="0"/>
              </a:spcAft>
              <a:buNone/>
            </a:pPr>
            <a:r>
              <a:t/>
            </a:r>
            <a:endParaRPr b="1">
              <a:solidFill>
                <a:schemeClr val="dk1"/>
              </a:solidFill>
            </a:endParaRPr>
          </a:p>
          <a:p>
            <a:pPr indent="0" lvl="0" marL="0" rtl="0" algn="l">
              <a:lnSpc>
                <a:spcPct val="114000"/>
              </a:lnSpc>
              <a:spcBef>
                <a:spcPts val="1600"/>
              </a:spcBef>
              <a:spcAft>
                <a:spcPts val="0"/>
              </a:spcAft>
              <a:buNone/>
            </a:pPr>
            <a:r>
              <a:t/>
            </a:r>
            <a:endParaRPr b="1">
              <a:solidFill>
                <a:schemeClr val="dk1"/>
              </a:solidFill>
            </a:endParaRPr>
          </a:p>
          <a:p>
            <a:pPr indent="0" lvl="0" marL="0" rtl="0" algn="l">
              <a:lnSpc>
                <a:spcPct val="115000"/>
              </a:lnSpc>
              <a:spcBef>
                <a:spcPts val="400"/>
              </a:spcBef>
              <a:spcAft>
                <a:spcPts val="0"/>
              </a:spcAft>
              <a:buNone/>
            </a:pPr>
            <a:r>
              <a:t/>
            </a:r>
            <a:endParaRPr b="1">
              <a:solidFill>
                <a:schemeClr val="dk1"/>
              </a:solidFill>
            </a:endParaRPr>
          </a:p>
        </p:txBody>
      </p:sp>
      <p:pic>
        <p:nvPicPr>
          <p:cNvPr id="230" name="Google Shape;230;p33"/>
          <p:cNvPicPr preferRelativeResize="0"/>
          <p:nvPr/>
        </p:nvPicPr>
        <p:blipFill>
          <a:blip r:embed="rId5">
            <a:alphaModFix/>
          </a:blip>
          <a:stretch>
            <a:fillRect/>
          </a:stretch>
        </p:blipFill>
        <p:spPr>
          <a:xfrm>
            <a:off x="271450" y="1383700"/>
            <a:ext cx="7934826" cy="3095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4" name="Shape 234"/>
        <p:cNvGrpSpPr/>
        <p:nvPr/>
      </p:nvGrpSpPr>
      <p:grpSpPr>
        <a:xfrm>
          <a:off x="0" y="0"/>
          <a:ext cx="0" cy="0"/>
          <a:chOff x="0" y="0"/>
          <a:chExt cx="0" cy="0"/>
        </a:xfrm>
      </p:grpSpPr>
      <p:pic>
        <p:nvPicPr>
          <p:cNvPr id="235" name="Google Shape;235;p34"/>
          <p:cNvPicPr preferRelativeResize="0"/>
          <p:nvPr/>
        </p:nvPicPr>
        <p:blipFill>
          <a:blip r:embed="rId3">
            <a:alphaModFix/>
          </a:blip>
          <a:stretch>
            <a:fillRect/>
          </a:stretch>
        </p:blipFill>
        <p:spPr>
          <a:xfrm>
            <a:off x="7652050" y="140725"/>
            <a:ext cx="1491949" cy="164400"/>
          </a:xfrm>
          <a:prstGeom prst="rect">
            <a:avLst/>
          </a:prstGeom>
          <a:noFill/>
          <a:ln>
            <a:noFill/>
          </a:ln>
        </p:spPr>
      </p:pic>
      <p:pic>
        <p:nvPicPr>
          <p:cNvPr id="236" name="Google Shape;236;p34"/>
          <p:cNvPicPr preferRelativeResize="0"/>
          <p:nvPr/>
        </p:nvPicPr>
        <p:blipFill>
          <a:blip r:embed="rId3">
            <a:alphaModFix/>
          </a:blip>
          <a:stretch>
            <a:fillRect/>
          </a:stretch>
        </p:blipFill>
        <p:spPr>
          <a:xfrm>
            <a:off x="0" y="4901950"/>
            <a:ext cx="1491949" cy="164400"/>
          </a:xfrm>
          <a:prstGeom prst="rect">
            <a:avLst/>
          </a:prstGeom>
          <a:noFill/>
          <a:ln>
            <a:noFill/>
          </a:ln>
        </p:spPr>
      </p:pic>
      <p:pic>
        <p:nvPicPr>
          <p:cNvPr id="237" name="Google Shape;237;p34"/>
          <p:cNvPicPr preferRelativeResize="0"/>
          <p:nvPr/>
        </p:nvPicPr>
        <p:blipFill>
          <a:blip r:embed="rId4">
            <a:alphaModFix/>
          </a:blip>
          <a:stretch>
            <a:fillRect/>
          </a:stretch>
        </p:blipFill>
        <p:spPr>
          <a:xfrm>
            <a:off x="7532638" y="4618450"/>
            <a:ext cx="1568576" cy="525050"/>
          </a:xfrm>
          <a:prstGeom prst="rect">
            <a:avLst/>
          </a:prstGeom>
          <a:noFill/>
          <a:ln>
            <a:noFill/>
          </a:ln>
        </p:spPr>
      </p:pic>
      <p:sp>
        <p:nvSpPr>
          <p:cNvPr id="238" name="Google Shape;238;p34"/>
          <p:cNvSpPr txBox="1"/>
          <p:nvPr/>
        </p:nvSpPr>
        <p:spPr>
          <a:xfrm>
            <a:off x="0" y="500450"/>
            <a:ext cx="9101100" cy="4502100"/>
          </a:xfrm>
          <a:prstGeom prst="rect">
            <a:avLst/>
          </a:prstGeom>
          <a:noFill/>
          <a:ln>
            <a:noFill/>
          </a:ln>
        </p:spPr>
        <p:txBody>
          <a:bodyPr anchorCtr="0" anchor="t" bIns="91425" lIns="91425" spcFirstLastPara="1" rIns="91425" wrap="square" tIns="91425">
            <a:noAutofit/>
          </a:bodyPr>
          <a:lstStyle/>
          <a:p>
            <a:pPr indent="0" lvl="0" marL="0" marR="25400" rtl="0" algn="just">
              <a:lnSpc>
                <a:spcPct val="163636"/>
              </a:lnSpc>
              <a:spcBef>
                <a:spcPts val="0"/>
              </a:spcBef>
              <a:spcAft>
                <a:spcPts val="0"/>
              </a:spcAft>
              <a:buNone/>
            </a:pPr>
            <a:r>
              <a:rPr b="1" lang="en" sz="2400">
                <a:solidFill>
                  <a:srgbClr val="0000FF"/>
                </a:solidFill>
              </a:rPr>
              <a:t>Summary:</a:t>
            </a:r>
            <a:endParaRPr b="1" sz="2400">
              <a:solidFill>
                <a:srgbClr val="0000FF"/>
              </a:solidFill>
            </a:endParaRPr>
          </a:p>
          <a:p>
            <a:pPr indent="-317500" lvl="0" marL="457200" marR="25400" rtl="0" algn="just">
              <a:lnSpc>
                <a:spcPct val="163636"/>
              </a:lnSpc>
              <a:spcBef>
                <a:spcPts val="700"/>
              </a:spcBef>
              <a:spcAft>
                <a:spcPts val="0"/>
              </a:spcAft>
              <a:buSzPts val="1400"/>
              <a:buChar char="●"/>
            </a:pPr>
            <a:r>
              <a:rPr b="1" lang="en"/>
              <a:t>In this slide show we covered SQL commands in pandas.which are</a:t>
            </a:r>
            <a:endParaRPr b="1"/>
          </a:p>
          <a:p>
            <a:pPr indent="-317500" lvl="1" marL="914400" marR="25400" rtl="0" algn="just">
              <a:lnSpc>
                <a:spcPct val="163636"/>
              </a:lnSpc>
              <a:spcBef>
                <a:spcPts val="0"/>
              </a:spcBef>
              <a:spcAft>
                <a:spcPts val="0"/>
              </a:spcAft>
              <a:buSzPts val="1400"/>
              <a:buChar char="○"/>
            </a:pPr>
            <a:r>
              <a:rPr lang="en"/>
              <a:t>SELECT, WHERE, DISTINCT, LIMIT</a:t>
            </a:r>
            <a:endParaRPr/>
          </a:p>
          <a:p>
            <a:pPr indent="-317500" lvl="1" marL="914400" rtl="0" algn="l">
              <a:lnSpc>
                <a:spcPct val="115000"/>
              </a:lnSpc>
              <a:spcBef>
                <a:spcPts val="0"/>
              </a:spcBef>
              <a:spcAft>
                <a:spcPts val="0"/>
              </a:spcAft>
              <a:buSzPts val="1400"/>
              <a:buChar char="○"/>
            </a:pPr>
            <a:r>
              <a:rPr lang="en"/>
              <a:t>SELECT with multiple conditions</a:t>
            </a:r>
            <a:endParaRPr/>
          </a:p>
          <a:p>
            <a:pPr indent="-317500" lvl="1" marL="914400" rtl="0" algn="l">
              <a:lnSpc>
                <a:spcPct val="115000"/>
              </a:lnSpc>
              <a:spcBef>
                <a:spcPts val="0"/>
              </a:spcBef>
              <a:spcAft>
                <a:spcPts val="0"/>
              </a:spcAft>
              <a:buSzPts val="1400"/>
              <a:buChar char="○"/>
            </a:pPr>
            <a:r>
              <a:rPr lang="en"/>
              <a:t>ORDER BY</a:t>
            </a:r>
            <a:endParaRPr/>
          </a:p>
          <a:p>
            <a:pPr indent="-317500" lvl="1" marL="914400" rtl="0" algn="l">
              <a:lnSpc>
                <a:spcPct val="115000"/>
              </a:lnSpc>
              <a:spcBef>
                <a:spcPts val="0"/>
              </a:spcBef>
              <a:spcAft>
                <a:spcPts val="0"/>
              </a:spcAft>
              <a:buSzPts val="1400"/>
              <a:buChar char="○"/>
            </a:pPr>
            <a:r>
              <a:rPr lang="en"/>
              <a:t>IN… NOT IN</a:t>
            </a:r>
            <a:endParaRPr/>
          </a:p>
          <a:p>
            <a:pPr indent="-317500" lvl="1" marL="914400" rtl="0" algn="l">
              <a:lnSpc>
                <a:spcPct val="115000"/>
              </a:lnSpc>
              <a:spcBef>
                <a:spcPts val="0"/>
              </a:spcBef>
              <a:spcAft>
                <a:spcPts val="0"/>
              </a:spcAft>
              <a:buSzPts val="1400"/>
              <a:buChar char="○"/>
            </a:pPr>
            <a:r>
              <a:rPr lang="en"/>
              <a:t>GROUP BY, COUNT, ORDER BY</a:t>
            </a:r>
            <a:endParaRPr/>
          </a:p>
          <a:p>
            <a:pPr indent="-317500" lvl="1" marL="914400" rtl="0" algn="l">
              <a:lnSpc>
                <a:spcPct val="115000"/>
              </a:lnSpc>
              <a:spcBef>
                <a:spcPts val="0"/>
              </a:spcBef>
              <a:spcAft>
                <a:spcPts val="0"/>
              </a:spcAft>
              <a:buSzPts val="1400"/>
              <a:buChar char="○"/>
            </a:pPr>
            <a:r>
              <a:rPr lang="en"/>
              <a:t>HAVING</a:t>
            </a:r>
            <a:endParaRPr/>
          </a:p>
          <a:p>
            <a:pPr indent="-317500" lvl="1" marL="914400" rtl="0" algn="l">
              <a:lnSpc>
                <a:spcPct val="114000"/>
              </a:lnSpc>
              <a:spcBef>
                <a:spcPts val="400"/>
              </a:spcBef>
              <a:spcAft>
                <a:spcPts val="0"/>
              </a:spcAft>
              <a:buSzPts val="1400"/>
              <a:buChar char="○"/>
            </a:pPr>
            <a:r>
              <a:rPr lang="en"/>
              <a:t>Aggregate functions</a:t>
            </a:r>
            <a:endParaRPr/>
          </a:p>
          <a:p>
            <a:pPr indent="-317500" lvl="1" marL="914400" rtl="0" algn="l">
              <a:lnSpc>
                <a:spcPct val="114000"/>
              </a:lnSpc>
              <a:spcBef>
                <a:spcPts val="400"/>
              </a:spcBef>
              <a:spcAft>
                <a:spcPts val="0"/>
              </a:spcAft>
              <a:buSzPts val="1400"/>
              <a:buChar char="○"/>
            </a:pPr>
            <a:r>
              <a:rPr lang="en"/>
              <a:t>JOIN</a:t>
            </a:r>
            <a:endParaRPr/>
          </a:p>
          <a:p>
            <a:pPr indent="-317500" lvl="1" marL="914400" rtl="0" algn="l">
              <a:lnSpc>
                <a:spcPct val="115000"/>
              </a:lnSpc>
              <a:spcBef>
                <a:spcPts val="0"/>
              </a:spcBef>
              <a:spcAft>
                <a:spcPts val="0"/>
              </a:spcAft>
              <a:buSzPts val="1400"/>
              <a:buChar char="○"/>
            </a:pPr>
            <a:r>
              <a:rPr lang="en"/>
              <a:t>UNION ALL and UNION</a:t>
            </a:r>
            <a:endParaRPr/>
          </a:p>
          <a:p>
            <a:pPr indent="-317500" lvl="1" marL="914400" rtl="0" algn="l">
              <a:lnSpc>
                <a:spcPct val="115000"/>
              </a:lnSpc>
              <a:spcBef>
                <a:spcPts val="0"/>
              </a:spcBef>
              <a:spcAft>
                <a:spcPts val="0"/>
              </a:spcAft>
              <a:buSzPts val="1400"/>
              <a:buChar char="○"/>
            </a:pPr>
            <a:r>
              <a:rPr lang="en"/>
              <a:t>INSERT </a:t>
            </a:r>
            <a:endParaRPr/>
          </a:p>
          <a:p>
            <a:pPr indent="0" lvl="0" marL="457200" rtl="0" algn="l">
              <a:lnSpc>
                <a:spcPct val="114000"/>
              </a:lnSpc>
              <a:spcBef>
                <a:spcPts val="1600"/>
              </a:spcBef>
              <a:spcAft>
                <a:spcPts val="0"/>
              </a:spcAft>
              <a:buNone/>
            </a:pPr>
            <a:r>
              <a:t/>
            </a:r>
            <a:endParaRPr b="1" sz="1150">
              <a:solidFill>
                <a:schemeClr val="dk1"/>
              </a:solidFill>
              <a:highlight>
                <a:srgbClr val="FFFFFF"/>
              </a:highlight>
              <a:latin typeface="Verdana"/>
              <a:ea typeface="Verdana"/>
              <a:cs typeface="Verdana"/>
              <a:sym typeface="Verdana"/>
            </a:endParaRPr>
          </a:p>
          <a:p>
            <a:pPr indent="0" lvl="0" marL="0" rtl="0" algn="l">
              <a:lnSpc>
                <a:spcPct val="115000"/>
              </a:lnSpc>
              <a:spcBef>
                <a:spcPts val="400"/>
              </a:spcBef>
              <a:spcAft>
                <a:spcPts val="0"/>
              </a:spcAft>
              <a:buNone/>
            </a:pPr>
            <a:r>
              <a:t/>
            </a:r>
            <a:endParaRPr b="1">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2" name="Shape 242"/>
        <p:cNvGrpSpPr/>
        <p:nvPr/>
      </p:nvGrpSpPr>
      <p:grpSpPr>
        <a:xfrm>
          <a:off x="0" y="0"/>
          <a:ext cx="0" cy="0"/>
          <a:chOff x="0" y="0"/>
          <a:chExt cx="0" cy="0"/>
        </a:xfrm>
      </p:grpSpPr>
      <p:pic>
        <p:nvPicPr>
          <p:cNvPr id="243" name="Google Shape;243;p35"/>
          <p:cNvPicPr preferRelativeResize="0"/>
          <p:nvPr/>
        </p:nvPicPr>
        <p:blipFill>
          <a:blip r:embed="rId3">
            <a:alphaModFix/>
          </a:blip>
          <a:stretch>
            <a:fillRect/>
          </a:stretch>
        </p:blipFill>
        <p:spPr>
          <a:xfrm>
            <a:off x="7532638" y="4618450"/>
            <a:ext cx="1568576" cy="525050"/>
          </a:xfrm>
          <a:prstGeom prst="rect">
            <a:avLst/>
          </a:prstGeom>
          <a:noFill/>
          <a:ln>
            <a:noFill/>
          </a:ln>
        </p:spPr>
      </p:pic>
      <p:pic>
        <p:nvPicPr>
          <p:cNvPr id="244" name="Google Shape;244;p35"/>
          <p:cNvPicPr preferRelativeResize="0"/>
          <p:nvPr/>
        </p:nvPicPr>
        <p:blipFill>
          <a:blip r:embed="rId4">
            <a:alphaModFix/>
          </a:blip>
          <a:stretch>
            <a:fillRect/>
          </a:stretch>
        </p:blipFill>
        <p:spPr>
          <a:xfrm>
            <a:off x="0" y="0"/>
            <a:ext cx="1789050" cy="5143500"/>
          </a:xfrm>
          <a:prstGeom prst="rect">
            <a:avLst/>
          </a:prstGeom>
          <a:noFill/>
          <a:ln>
            <a:noFill/>
          </a:ln>
        </p:spPr>
      </p:pic>
      <p:sp>
        <p:nvSpPr>
          <p:cNvPr id="245" name="Google Shape;245;p35"/>
          <p:cNvSpPr txBox="1"/>
          <p:nvPr/>
        </p:nvSpPr>
        <p:spPr>
          <a:xfrm>
            <a:off x="3432225" y="1777375"/>
            <a:ext cx="3024000" cy="124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3000">
                <a:solidFill>
                  <a:srgbClr val="4A86E8"/>
                </a:solidFill>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