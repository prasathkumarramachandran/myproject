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40"/>
  </p:notesMasterIdLst>
  <p:sldIdLst>
    <p:sldId id="481" r:id="rId2"/>
    <p:sldId id="482" r:id="rId3"/>
    <p:sldId id="274" r:id="rId4"/>
    <p:sldId id="279" r:id="rId5"/>
    <p:sldId id="285" r:id="rId6"/>
    <p:sldId id="286" r:id="rId7"/>
    <p:sldId id="449" r:id="rId8"/>
    <p:sldId id="450" r:id="rId9"/>
    <p:sldId id="471" r:id="rId10"/>
    <p:sldId id="455" r:id="rId11"/>
    <p:sldId id="451" r:id="rId12"/>
    <p:sldId id="454" r:id="rId13"/>
    <p:sldId id="464" r:id="rId14"/>
    <p:sldId id="463" r:id="rId15"/>
    <p:sldId id="299" r:id="rId16"/>
    <p:sldId id="290" r:id="rId17"/>
    <p:sldId id="291" r:id="rId18"/>
    <p:sldId id="470" r:id="rId19"/>
    <p:sldId id="293" r:id="rId20"/>
    <p:sldId id="456" r:id="rId21"/>
    <p:sldId id="301" r:id="rId22"/>
    <p:sldId id="302" r:id="rId23"/>
    <p:sldId id="303" r:id="rId24"/>
    <p:sldId id="457" r:id="rId25"/>
    <p:sldId id="300" r:id="rId26"/>
    <p:sldId id="459" r:id="rId27"/>
    <p:sldId id="479" r:id="rId28"/>
    <p:sldId id="461" r:id="rId29"/>
    <p:sldId id="329" r:id="rId30"/>
    <p:sldId id="330" r:id="rId31"/>
    <p:sldId id="331" r:id="rId32"/>
    <p:sldId id="294" r:id="rId33"/>
    <p:sldId id="295" r:id="rId34"/>
    <p:sldId id="296" r:id="rId35"/>
    <p:sldId id="297" r:id="rId36"/>
    <p:sldId id="298" r:id="rId37"/>
    <p:sldId id="478" r:id="rId38"/>
    <p:sldId id="436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53" autoAdjust="0"/>
    <p:restoredTop sz="94660"/>
  </p:normalViewPr>
  <p:slideViewPr>
    <p:cSldViewPr>
      <p:cViewPr varScale="1">
        <p:scale>
          <a:sx n="70" d="100"/>
          <a:sy n="70" d="100"/>
        </p:scale>
        <p:origin x="148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5A9AB2-E398-47DA-9549-DB244C067FEA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11F01DC-F886-4D4E-958A-30CE3C4312C8}">
      <dgm:prSet/>
      <dgm:spPr/>
      <dgm:t>
        <a:bodyPr/>
        <a:lstStyle/>
        <a:p>
          <a:pPr rtl="0"/>
          <a:r>
            <a:rPr lang="en-IN" dirty="0" smtClean="0"/>
            <a:t>ANI</a:t>
          </a:r>
          <a:endParaRPr lang="en-IN" dirty="0"/>
        </a:p>
      </dgm:t>
    </dgm:pt>
    <dgm:pt modelId="{2B458B03-F438-4C85-B8C9-2D15970E96B4}" type="parTrans" cxnId="{EAD44165-2DFF-4218-B937-C006239E4935}">
      <dgm:prSet/>
      <dgm:spPr/>
      <dgm:t>
        <a:bodyPr/>
        <a:lstStyle/>
        <a:p>
          <a:endParaRPr lang="en-IN"/>
        </a:p>
      </dgm:t>
    </dgm:pt>
    <dgm:pt modelId="{35AE45EA-B167-4E86-BCBA-8502FAFEBC92}" type="sibTrans" cxnId="{EAD44165-2DFF-4218-B937-C006239E4935}">
      <dgm:prSet/>
      <dgm:spPr/>
      <dgm:t>
        <a:bodyPr/>
        <a:lstStyle/>
        <a:p>
          <a:endParaRPr lang="en-IN"/>
        </a:p>
      </dgm:t>
    </dgm:pt>
    <dgm:pt modelId="{E6984B2A-6E8F-4987-9C84-B3FDE24C157D}">
      <dgm:prSet/>
      <dgm:spPr/>
      <dgm:t>
        <a:bodyPr/>
        <a:lstStyle/>
        <a:p>
          <a:pPr rtl="0"/>
          <a:r>
            <a:rPr lang="en-IN" dirty="0" smtClean="0"/>
            <a:t>AI that is good at performing a single task, such as playing chess or Go</a:t>
          </a:r>
          <a:endParaRPr lang="en-IN" dirty="0"/>
        </a:p>
      </dgm:t>
    </dgm:pt>
    <dgm:pt modelId="{5513E466-CB2E-46B5-8355-0DDB3969BA59}" type="parTrans" cxnId="{FDE82414-40BD-42F7-80F9-9C0EFBEA52E7}">
      <dgm:prSet/>
      <dgm:spPr/>
      <dgm:t>
        <a:bodyPr/>
        <a:lstStyle/>
        <a:p>
          <a:endParaRPr lang="en-IN"/>
        </a:p>
      </dgm:t>
    </dgm:pt>
    <dgm:pt modelId="{902D7E06-2A10-4E6A-B10E-6D768B6DCA73}" type="sibTrans" cxnId="{FDE82414-40BD-42F7-80F9-9C0EFBEA52E7}">
      <dgm:prSet/>
      <dgm:spPr/>
      <dgm:t>
        <a:bodyPr/>
        <a:lstStyle/>
        <a:p>
          <a:endParaRPr lang="en-IN"/>
        </a:p>
      </dgm:t>
    </dgm:pt>
    <dgm:pt modelId="{657CEAA4-029E-428B-9D48-5DA6D98F2444}">
      <dgm:prSet/>
      <dgm:spPr/>
      <dgm:t>
        <a:bodyPr/>
        <a:lstStyle/>
        <a:p>
          <a:pPr rtl="0"/>
          <a:r>
            <a:rPr lang="en-IN" dirty="0" smtClean="0"/>
            <a:t>AGI</a:t>
          </a:r>
          <a:endParaRPr lang="en-IN" dirty="0"/>
        </a:p>
      </dgm:t>
    </dgm:pt>
    <dgm:pt modelId="{66439B4E-7E9A-4CD6-90AE-B9A4C63566A8}" type="parTrans" cxnId="{B58BD4AD-9ED1-4807-9F45-07BD405F8C9C}">
      <dgm:prSet/>
      <dgm:spPr/>
      <dgm:t>
        <a:bodyPr/>
        <a:lstStyle/>
        <a:p>
          <a:endParaRPr lang="en-IN"/>
        </a:p>
      </dgm:t>
    </dgm:pt>
    <dgm:pt modelId="{01918B26-6388-410D-9AE1-0023B64DB13F}" type="sibTrans" cxnId="{B58BD4AD-9ED1-4807-9F45-07BD405F8C9C}">
      <dgm:prSet/>
      <dgm:spPr/>
      <dgm:t>
        <a:bodyPr/>
        <a:lstStyle/>
        <a:p>
          <a:endParaRPr lang="en-IN"/>
        </a:p>
      </dgm:t>
    </dgm:pt>
    <dgm:pt modelId="{41D4CB46-3DC0-4D82-BE5B-A0F7A6BF62F4}">
      <dgm:prSet/>
      <dgm:spPr/>
      <dgm:t>
        <a:bodyPr/>
        <a:lstStyle/>
        <a:p>
          <a:pPr rtl="0"/>
          <a:r>
            <a:rPr lang="en-IN" dirty="0" smtClean="0"/>
            <a:t>Artificial Intelligence that can understand and reason its environment as a human would</a:t>
          </a:r>
          <a:endParaRPr lang="en-IN" dirty="0"/>
        </a:p>
      </dgm:t>
    </dgm:pt>
    <dgm:pt modelId="{8CD97890-25A6-40E7-8ECE-7EB0A82DC895}" type="parTrans" cxnId="{066515A7-91F7-4CA0-ADA5-B6AF4126019F}">
      <dgm:prSet/>
      <dgm:spPr/>
      <dgm:t>
        <a:bodyPr/>
        <a:lstStyle/>
        <a:p>
          <a:endParaRPr lang="en-IN"/>
        </a:p>
      </dgm:t>
    </dgm:pt>
    <dgm:pt modelId="{27B07A6D-A570-4185-A670-A2B7A2D41223}" type="sibTrans" cxnId="{066515A7-91F7-4CA0-ADA5-B6AF4126019F}">
      <dgm:prSet/>
      <dgm:spPr/>
      <dgm:t>
        <a:bodyPr/>
        <a:lstStyle/>
        <a:p>
          <a:endParaRPr lang="en-IN"/>
        </a:p>
      </dgm:t>
    </dgm:pt>
    <dgm:pt modelId="{E0F45C73-589F-4C62-AA07-A29D65A0EB14}">
      <dgm:prSet/>
      <dgm:spPr/>
      <dgm:t>
        <a:bodyPr/>
        <a:lstStyle/>
        <a:p>
          <a:pPr rtl="0"/>
          <a:r>
            <a:rPr lang="en-IN" dirty="0" smtClean="0"/>
            <a:t>ASI</a:t>
          </a:r>
          <a:endParaRPr lang="en-IN" dirty="0"/>
        </a:p>
      </dgm:t>
    </dgm:pt>
    <dgm:pt modelId="{CB5F1B09-3FEC-4A82-9D8E-D130D475F8D9}" type="parTrans" cxnId="{C18C03B9-0F3D-4AA0-9F39-3D4A71278B48}">
      <dgm:prSet/>
      <dgm:spPr/>
      <dgm:t>
        <a:bodyPr/>
        <a:lstStyle/>
        <a:p>
          <a:endParaRPr lang="en-IN"/>
        </a:p>
      </dgm:t>
    </dgm:pt>
    <dgm:pt modelId="{A7F2A0E2-8A37-4A37-AE2D-002915527510}" type="sibTrans" cxnId="{C18C03B9-0F3D-4AA0-9F39-3D4A71278B48}">
      <dgm:prSet/>
      <dgm:spPr/>
      <dgm:t>
        <a:bodyPr/>
        <a:lstStyle/>
        <a:p>
          <a:endParaRPr lang="en-IN"/>
        </a:p>
      </dgm:t>
    </dgm:pt>
    <dgm:pt modelId="{72E237BB-F830-40C6-A849-0D7C1A7C15E3}">
      <dgm:prSet/>
      <dgm:spPr/>
      <dgm:t>
        <a:bodyPr/>
        <a:lstStyle/>
        <a:p>
          <a:pPr rtl="0"/>
          <a:r>
            <a:rPr lang="en-IN" dirty="0" smtClean="0"/>
            <a:t>AI becomes much smarter than the best human brains in practically every field, including scientific creativity, general wisdom and social skills</a:t>
          </a:r>
          <a:endParaRPr lang="en-IN" dirty="0"/>
        </a:p>
      </dgm:t>
    </dgm:pt>
    <dgm:pt modelId="{66301B4E-EB6E-4705-A862-D7888A7891DB}" type="parTrans" cxnId="{FB2B4633-D730-4619-A105-FC297EBDE373}">
      <dgm:prSet/>
      <dgm:spPr/>
      <dgm:t>
        <a:bodyPr/>
        <a:lstStyle/>
        <a:p>
          <a:endParaRPr lang="en-IN"/>
        </a:p>
      </dgm:t>
    </dgm:pt>
    <dgm:pt modelId="{D366A618-69AF-4592-90DB-F99EA4ABFE90}" type="sibTrans" cxnId="{FB2B4633-D730-4619-A105-FC297EBDE373}">
      <dgm:prSet/>
      <dgm:spPr/>
      <dgm:t>
        <a:bodyPr/>
        <a:lstStyle/>
        <a:p>
          <a:endParaRPr lang="en-IN"/>
        </a:p>
      </dgm:t>
    </dgm:pt>
    <dgm:pt modelId="{ED0ED91F-B0A1-4EDD-81A1-A8670FCC52E7}" type="pres">
      <dgm:prSet presAssocID="{555A9AB2-E398-47DA-9549-DB244C067FE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0DE1E9DA-F511-4E31-80E3-B5599B5BD9B5}" type="pres">
      <dgm:prSet presAssocID="{F11F01DC-F886-4D4E-958A-30CE3C4312C8}" presName="linNode" presStyleCnt="0"/>
      <dgm:spPr/>
    </dgm:pt>
    <dgm:pt modelId="{F23929EA-6BC0-452E-AA33-D78731C2F307}" type="pres">
      <dgm:prSet presAssocID="{F11F01DC-F886-4D4E-958A-30CE3C4312C8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F0413AA-0E4F-487F-920F-D5BEC05A4BCE}" type="pres">
      <dgm:prSet presAssocID="{F11F01DC-F886-4D4E-958A-30CE3C4312C8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9EFA5A6-0F2B-481C-81CA-962F37FE8AFF}" type="pres">
      <dgm:prSet presAssocID="{35AE45EA-B167-4E86-BCBA-8502FAFEBC92}" presName="sp" presStyleCnt="0"/>
      <dgm:spPr/>
    </dgm:pt>
    <dgm:pt modelId="{2CF30620-79D2-46F4-9500-44F0FE82E4FF}" type="pres">
      <dgm:prSet presAssocID="{657CEAA4-029E-428B-9D48-5DA6D98F2444}" presName="linNode" presStyleCnt="0"/>
      <dgm:spPr/>
    </dgm:pt>
    <dgm:pt modelId="{6FE3AE15-2B07-4F8C-AE76-DF22FA5A4583}" type="pres">
      <dgm:prSet presAssocID="{657CEAA4-029E-428B-9D48-5DA6D98F2444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61B62F6-3BB3-4298-9D9F-139DBD65F380}" type="pres">
      <dgm:prSet presAssocID="{657CEAA4-029E-428B-9D48-5DA6D98F2444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294E731-DEE3-4B10-8E2F-9EE6577F18C2}" type="pres">
      <dgm:prSet presAssocID="{01918B26-6388-410D-9AE1-0023B64DB13F}" presName="sp" presStyleCnt="0"/>
      <dgm:spPr/>
    </dgm:pt>
    <dgm:pt modelId="{1BF65523-9604-4F98-A44B-B76EEE0007A7}" type="pres">
      <dgm:prSet presAssocID="{E0F45C73-589F-4C62-AA07-A29D65A0EB14}" presName="linNode" presStyleCnt="0"/>
      <dgm:spPr/>
    </dgm:pt>
    <dgm:pt modelId="{8D501A8E-3C6A-40E6-BBF3-47E0AA124E1C}" type="pres">
      <dgm:prSet presAssocID="{E0F45C73-589F-4C62-AA07-A29D65A0EB14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F65A582-9BE7-4A4B-AAC4-0FB112F3F1D0}" type="pres">
      <dgm:prSet presAssocID="{E0F45C73-589F-4C62-AA07-A29D65A0EB14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B58BD4AD-9ED1-4807-9F45-07BD405F8C9C}" srcId="{555A9AB2-E398-47DA-9549-DB244C067FEA}" destId="{657CEAA4-029E-428B-9D48-5DA6D98F2444}" srcOrd="1" destOrd="0" parTransId="{66439B4E-7E9A-4CD6-90AE-B9A4C63566A8}" sibTransId="{01918B26-6388-410D-9AE1-0023B64DB13F}"/>
    <dgm:cxn modelId="{C866CD36-3BF2-491C-85B2-D8DDEF4ED4F1}" type="presOf" srcId="{657CEAA4-029E-428B-9D48-5DA6D98F2444}" destId="{6FE3AE15-2B07-4F8C-AE76-DF22FA5A4583}" srcOrd="0" destOrd="0" presId="urn:microsoft.com/office/officeart/2005/8/layout/vList5"/>
    <dgm:cxn modelId="{EAD44165-2DFF-4218-B937-C006239E4935}" srcId="{555A9AB2-E398-47DA-9549-DB244C067FEA}" destId="{F11F01DC-F886-4D4E-958A-30CE3C4312C8}" srcOrd="0" destOrd="0" parTransId="{2B458B03-F438-4C85-B8C9-2D15970E96B4}" sibTransId="{35AE45EA-B167-4E86-BCBA-8502FAFEBC92}"/>
    <dgm:cxn modelId="{C18C03B9-0F3D-4AA0-9F39-3D4A71278B48}" srcId="{555A9AB2-E398-47DA-9549-DB244C067FEA}" destId="{E0F45C73-589F-4C62-AA07-A29D65A0EB14}" srcOrd="2" destOrd="0" parTransId="{CB5F1B09-3FEC-4A82-9D8E-D130D475F8D9}" sibTransId="{A7F2A0E2-8A37-4A37-AE2D-002915527510}"/>
    <dgm:cxn modelId="{FB2B4633-D730-4619-A105-FC297EBDE373}" srcId="{E0F45C73-589F-4C62-AA07-A29D65A0EB14}" destId="{72E237BB-F830-40C6-A849-0D7C1A7C15E3}" srcOrd="0" destOrd="0" parTransId="{66301B4E-EB6E-4705-A862-D7888A7891DB}" sibTransId="{D366A618-69AF-4592-90DB-F99EA4ABFE90}"/>
    <dgm:cxn modelId="{53A45F1D-1AD5-4F4A-8596-DBAAAF3BEB86}" type="presOf" srcId="{E0F45C73-589F-4C62-AA07-A29D65A0EB14}" destId="{8D501A8E-3C6A-40E6-BBF3-47E0AA124E1C}" srcOrd="0" destOrd="0" presId="urn:microsoft.com/office/officeart/2005/8/layout/vList5"/>
    <dgm:cxn modelId="{ECB75120-2493-4902-A638-EAB300E47611}" type="presOf" srcId="{41D4CB46-3DC0-4D82-BE5B-A0F7A6BF62F4}" destId="{261B62F6-3BB3-4298-9D9F-139DBD65F380}" srcOrd="0" destOrd="0" presId="urn:microsoft.com/office/officeart/2005/8/layout/vList5"/>
    <dgm:cxn modelId="{066515A7-91F7-4CA0-ADA5-B6AF4126019F}" srcId="{657CEAA4-029E-428B-9D48-5DA6D98F2444}" destId="{41D4CB46-3DC0-4D82-BE5B-A0F7A6BF62F4}" srcOrd="0" destOrd="0" parTransId="{8CD97890-25A6-40E7-8ECE-7EB0A82DC895}" sibTransId="{27B07A6D-A570-4185-A670-A2B7A2D41223}"/>
    <dgm:cxn modelId="{E94AB4C9-AAFE-49D6-A230-CBC808C9D36B}" type="presOf" srcId="{F11F01DC-F886-4D4E-958A-30CE3C4312C8}" destId="{F23929EA-6BC0-452E-AA33-D78731C2F307}" srcOrd="0" destOrd="0" presId="urn:microsoft.com/office/officeart/2005/8/layout/vList5"/>
    <dgm:cxn modelId="{F7FB5E7A-DFE1-47FD-9A39-E795C8D6056E}" type="presOf" srcId="{E6984B2A-6E8F-4987-9C84-B3FDE24C157D}" destId="{FF0413AA-0E4F-487F-920F-D5BEC05A4BCE}" srcOrd="0" destOrd="0" presId="urn:microsoft.com/office/officeart/2005/8/layout/vList5"/>
    <dgm:cxn modelId="{047DED6B-8E76-4FBF-8F07-33F84BD162CB}" type="presOf" srcId="{72E237BB-F830-40C6-A849-0D7C1A7C15E3}" destId="{0F65A582-9BE7-4A4B-AAC4-0FB112F3F1D0}" srcOrd="0" destOrd="0" presId="urn:microsoft.com/office/officeart/2005/8/layout/vList5"/>
    <dgm:cxn modelId="{B097BE09-03AB-4187-BF43-48381547D821}" type="presOf" srcId="{555A9AB2-E398-47DA-9549-DB244C067FEA}" destId="{ED0ED91F-B0A1-4EDD-81A1-A8670FCC52E7}" srcOrd="0" destOrd="0" presId="urn:microsoft.com/office/officeart/2005/8/layout/vList5"/>
    <dgm:cxn modelId="{FDE82414-40BD-42F7-80F9-9C0EFBEA52E7}" srcId="{F11F01DC-F886-4D4E-958A-30CE3C4312C8}" destId="{E6984B2A-6E8F-4987-9C84-B3FDE24C157D}" srcOrd="0" destOrd="0" parTransId="{5513E466-CB2E-46B5-8355-0DDB3969BA59}" sibTransId="{902D7E06-2A10-4E6A-B10E-6D768B6DCA73}"/>
    <dgm:cxn modelId="{1B4AF696-B029-48CA-89E8-19DAE78B0B13}" type="presParOf" srcId="{ED0ED91F-B0A1-4EDD-81A1-A8670FCC52E7}" destId="{0DE1E9DA-F511-4E31-80E3-B5599B5BD9B5}" srcOrd="0" destOrd="0" presId="urn:microsoft.com/office/officeart/2005/8/layout/vList5"/>
    <dgm:cxn modelId="{1FBCB372-E103-4467-A048-D95D676FFA9E}" type="presParOf" srcId="{0DE1E9DA-F511-4E31-80E3-B5599B5BD9B5}" destId="{F23929EA-6BC0-452E-AA33-D78731C2F307}" srcOrd="0" destOrd="0" presId="urn:microsoft.com/office/officeart/2005/8/layout/vList5"/>
    <dgm:cxn modelId="{6930C864-B077-4E7C-8579-5074FA189B4D}" type="presParOf" srcId="{0DE1E9DA-F511-4E31-80E3-B5599B5BD9B5}" destId="{FF0413AA-0E4F-487F-920F-D5BEC05A4BCE}" srcOrd="1" destOrd="0" presId="urn:microsoft.com/office/officeart/2005/8/layout/vList5"/>
    <dgm:cxn modelId="{1EAAC484-A5EE-4191-85E2-8A439673F22A}" type="presParOf" srcId="{ED0ED91F-B0A1-4EDD-81A1-A8670FCC52E7}" destId="{89EFA5A6-0F2B-481C-81CA-962F37FE8AFF}" srcOrd="1" destOrd="0" presId="urn:microsoft.com/office/officeart/2005/8/layout/vList5"/>
    <dgm:cxn modelId="{1427EC95-4B53-4349-8167-040AE359BEAB}" type="presParOf" srcId="{ED0ED91F-B0A1-4EDD-81A1-A8670FCC52E7}" destId="{2CF30620-79D2-46F4-9500-44F0FE82E4FF}" srcOrd="2" destOrd="0" presId="urn:microsoft.com/office/officeart/2005/8/layout/vList5"/>
    <dgm:cxn modelId="{7565D65B-B492-4431-8559-A1A2A844B5B4}" type="presParOf" srcId="{2CF30620-79D2-46F4-9500-44F0FE82E4FF}" destId="{6FE3AE15-2B07-4F8C-AE76-DF22FA5A4583}" srcOrd="0" destOrd="0" presId="urn:microsoft.com/office/officeart/2005/8/layout/vList5"/>
    <dgm:cxn modelId="{E84FE964-D613-4E99-91D7-DD7F22967D99}" type="presParOf" srcId="{2CF30620-79D2-46F4-9500-44F0FE82E4FF}" destId="{261B62F6-3BB3-4298-9D9F-139DBD65F380}" srcOrd="1" destOrd="0" presId="urn:microsoft.com/office/officeart/2005/8/layout/vList5"/>
    <dgm:cxn modelId="{258634AE-5C2E-40F3-B142-10442606B367}" type="presParOf" srcId="{ED0ED91F-B0A1-4EDD-81A1-A8670FCC52E7}" destId="{1294E731-DEE3-4B10-8E2F-9EE6577F18C2}" srcOrd="3" destOrd="0" presId="urn:microsoft.com/office/officeart/2005/8/layout/vList5"/>
    <dgm:cxn modelId="{ACAE100C-1675-4707-9D0D-9F90E632792C}" type="presParOf" srcId="{ED0ED91F-B0A1-4EDD-81A1-A8670FCC52E7}" destId="{1BF65523-9604-4F98-A44B-B76EEE0007A7}" srcOrd="4" destOrd="0" presId="urn:microsoft.com/office/officeart/2005/8/layout/vList5"/>
    <dgm:cxn modelId="{71F6BA52-469C-420A-8DC9-500D2F6600EC}" type="presParOf" srcId="{1BF65523-9604-4F98-A44B-B76EEE0007A7}" destId="{8D501A8E-3C6A-40E6-BBF3-47E0AA124E1C}" srcOrd="0" destOrd="0" presId="urn:microsoft.com/office/officeart/2005/8/layout/vList5"/>
    <dgm:cxn modelId="{B67500A9-D401-41F4-A616-63453D6275C9}" type="presParOf" srcId="{1BF65523-9604-4F98-A44B-B76EEE0007A7}" destId="{0F65A582-9BE7-4A4B-AAC4-0FB112F3F1D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2F38B6-5708-42BC-93D1-462E9A70D8B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58FE761-314B-46E2-A127-84879A1B1F77}">
      <dgm:prSet phldrT="[Text]"/>
      <dgm:spPr/>
      <dgm:t>
        <a:bodyPr/>
        <a:lstStyle/>
        <a:p>
          <a:r>
            <a:rPr lang="en-IN" dirty="0" smtClean="0"/>
            <a:t>Machine Learning</a:t>
          </a:r>
          <a:endParaRPr lang="en-IN" dirty="0"/>
        </a:p>
      </dgm:t>
    </dgm:pt>
    <dgm:pt modelId="{A9D860B1-7773-4480-9754-2C9D8CE0D12C}" type="parTrans" cxnId="{65429A80-98E3-4777-8F8E-6025176AAEF7}">
      <dgm:prSet/>
      <dgm:spPr/>
      <dgm:t>
        <a:bodyPr/>
        <a:lstStyle/>
        <a:p>
          <a:endParaRPr lang="en-IN"/>
        </a:p>
      </dgm:t>
    </dgm:pt>
    <dgm:pt modelId="{D3C68FFD-F9BF-43C5-ACAB-231BA8CC91AB}" type="sibTrans" cxnId="{65429A80-98E3-4777-8F8E-6025176AAEF7}">
      <dgm:prSet/>
      <dgm:spPr/>
      <dgm:t>
        <a:bodyPr/>
        <a:lstStyle/>
        <a:p>
          <a:endParaRPr lang="en-IN"/>
        </a:p>
      </dgm:t>
    </dgm:pt>
    <dgm:pt modelId="{95E11201-BD21-4D99-BFD7-10E6D53674C7}">
      <dgm:prSet phldrT="[Text]"/>
      <dgm:spPr/>
      <dgm:t>
        <a:bodyPr/>
        <a:lstStyle/>
        <a:p>
          <a:r>
            <a:rPr lang="en-IN" dirty="0" smtClean="0"/>
            <a:t>Natural Language Processing</a:t>
          </a:r>
          <a:endParaRPr lang="en-IN" dirty="0"/>
        </a:p>
      </dgm:t>
    </dgm:pt>
    <dgm:pt modelId="{EB9E4C0B-6192-4DCF-8A70-C7BEE6AD848A}" type="parTrans" cxnId="{B5F44118-8CC3-487C-AFA3-E31B31B866D3}">
      <dgm:prSet/>
      <dgm:spPr/>
      <dgm:t>
        <a:bodyPr/>
        <a:lstStyle/>
        <a:p>
          <a:endParaRPr lang="en-IN"/>
        </a:p>
      </dgm:t>
    </dgm:pt>
    <dgm:pt modelId="{8AC425FB-7E88-4106-B4FE-A07FC4848CB1}" type="sibTrans" cxnId="{B5F44118-8CC3-487C-AFA3-E31B31B866D3}">
      <dgm:prSet/>
      <dgm:spPr/>
      <dgm:t>
        <a:bodyPr/>
        <a:lstStyle/>
        <a:p>
          <a:endParaRPr lang="en-IN"/>
        </a:p>
      </dgm:t>
    </dgm:pt>
    <dgm:pt modelId="{F3893E70-AAA8-41FC-9EF8-F9EAA14C8D96}">
      <dgm:prSet phldrT="[Text]"/>
      <dgm:spPr/>
      <dgm:t>
        <a:bodyPr/>
        <a:lstStyle/>
        <a:p>
          <a:r>
            <a:rPr lang="en-IN" dirty="0" smtClean="0"/>
            <a:t>Speech Processing</a:t>
          </a:r>
          <a:endParaRPr lang="en-IN" dirty="0"/>
        </a:p>
      </dgm:t>
    </dgm:pt>
    <dgm:pt modelId="{71F1F65A-870E-4108-816D-356C49A2E417}" type="parTrans" cxnId="{12624113-3AC0-443A-8EFE-3BA73793FC65}">
      <dgm:prSet/>
      <dgm:spPr/>
      <dgm:t>
        <a:bodyPr/>
        <a:lstStyle/>
        <a:p>
          <a:endParaRPr lang="en-IN"/>
        </a:p>
      </dgm:t>
    </dgm:pt>
    <dgm:pt modelId="{CA1E8ABE-2599-4DE1-86C7-984CCF05BB59}" type="sibTrans" cxnId="{12624113-3AC0-443A-8EFE-3BA73793FC65}">
      <dgm:prSet/>
      <dgm:spPr/>
      <dgm:t>
        <a:bodyPr/>
        <a:lstStyle/>
        <a:p>
          <a:endParaRPr lang="en-IN"/>
        </a:p>
      </dgm:t>
    </dgm:pt>
    <dgm:pt modelId="{835E5A6F-77B1-41C0-8FA1-17CBFAD15B93}">
      <dgm:prSet phldrT="[Text]"/>
      <dgm:spPr/>
      <dgm:t>
        <a:bodyPr/>
        <a:lstStyle/>
        <a:p>
          <a:r>
            <a:rPr lang="en-IN" dirty="0" smtClean="0"/>
            <a:t>Computer Vision</a:t>
          </a:r>
          <a:endParaRPr lang="en-IN" dirty="0"/>
        </a:p>
      </dgm:t>
    </dgm:pt>
    <dgm:pt modelId="{890217B0-320C-41DF-80AD-E3C554446F91}" type="parTrans" cxnId="{E021B4DC-798C-4760-9A74-1BC515474FA4}">
      <dgm:prSet/>
      <dgm:spPr/>
      <dgm:t>
        <a:bodyPr/>
        <a:lstStyle/>
        <a:p>
          <a:endParaRPr lang="en-IN"/>
        </a:p>
      </dgm:t>
    </dgm:pt>
    <dgm:pt modelId="{8A77D623-A8FB-467A-8E00-ADC63096D561}" type="sibTrans" cxnId="{E021B4DC-798C-4760-9A74-1BC515474FA4}">
      <dgm:prSet/>
      <dgm:spPr/>
      <dgm:t>
        <a:bodyPr/>
        <a:lstStyle/>
        <a:p>
          <a:endParaRPr lang="en-IN"/>
        </a:p>
      </dgm:t>
    </dgm:pt>
    <dgm:pt modelId="{26294B2B-A4C7-4336-907E-0770E153334D}">
      <dgm:prSet phldrT="[Text]"/>
      <dgm:spPr/>
      <dgm:t>
        <a:bodyPr/>
        <a:lstStyle/>
        <a:p>
          <a:r>
            <a:rPr lang="en-IN" dirty="0" smtClean="0"/>
            <a:t>Knowledge Representation</a:t>
          </a:r>
          <a:endParaRPr lang="en-IN" dirty="0"/>
        </a:p>
      </dgm:t>
    </dgm:pt>
    <dgm:pt modelId="{87818F64-6867-4E90-B4E9-4C584F1730AC}" type="parTrans" cxnId="{A6150671-649B-481B-8330-0984FD35944C}">
      <dgm:prSet/>
      <dgm:spPr/>
      <dgm:t>
        <a:bodyPr/>
        <a:lstStyle/>
        <a:p>
          <a:endParaRPr lang="en-IN"/>
        </a:p>
      </dgm:t>
    </dgm:pt>
    <dgm:pt modelId="{B6DE3118-191C-4414-96D1-51848DDD9518}" type="sibTrans" cxnId="{A6150671-649B-481B-8330-0984FD35944C}">
      <dgm:prSet/>
      <dgm:spPr/>
      <dgm:t>
        <a:bodyPr/>
        <a:lstStyle/>
        <a:p>
          <a:endParaRPr lang="en-IN"/>
        </a:p>
      </dgm:t>
    </dgm:pt>
    <dgm:pt modelId="{F1B7576B-C093-497E-A43D-51E129F16C82}">
      <dgm:prSet phldrT="[Text]"/>
      <dgm:spPr/>
      <dgm:t>
        <a:bodyPr/>
        <a:lstStyle/>
        <a:p>
          <a:r>
            <a:rPr lang="en-IN" dirty="0" smtClean="0"/>
            <a:t>Reasoning and Logic</a:t>
          </a:r>
          <a:endParaRPr lang="en-IN" dirty="0"/>
        </a:p>
      </dgm:t>
    </dgm:pt>
    <dgm:pt modelId="{54A394D3-38DF-4201-8B6A-959147ACCB09}" type="parTrans" cxnId="{1B521DC1-F853-40E0-8AFA-0BA6E7F479FD}">
      <dgm:prSet/>
      <dgm:spPr/>
      <dgm:t>
        <a:bodyPr/>
        <a:lstStyle/>
        <a:p>
          <a:endParaRPr lang="en-IN"/>
        </a:p>
      </dgm:t>
    </dgm:pt>
    <dgm:pt modelId="{D811F6A7-6E74-4A64-9EF0-36ACCC6CE9D8}" type="sibTrans" cxnId="{1B521DC1-F853-40E0-8AFA-0BA6E7F479FD}">
      <dgm:prSet/>
      <dgm:spPr/>
      <dgm:t>
        <a:bodyPr/>
        <a:lstStyle/>
        <a:p>
          <a:endParaRPr lang="en-IN"/>
        </a:p>
      </dgm:t>
    </dgm:pt>
    <dgm:pt modelId="{87B89301-7398-46C3-B9F7-214DB4B50CEF}">
      <dgm:prSet phldrT="[Text]"/>
      <dgm:spPr/>
      <dgm:t>
        <a:bodyPr/>
        <a:lstStyle/>
        <a:p>
          <a:r>
            <a:rPr lang="en-IN" smtClean="0"/>
            <a:t>Constraints and Optimization</a:t>
          </a:r>
          <a:endParaRPr lang="en-IN" dirty="0"/>
        </a:p>
      </dgm:t>
    </dgm:pt>
    <dgm:pt modelId="{D7F01AEA-7758-4219-B051-4109FF2DCDA0}" type="parTrans" cxnId="{104AC214-FD0B-4136-B9A7-CF92ED6CCD23}">
      <dgm:prSet/>
      <dgm:spPr/>
    </dgm:pt>
    <dgm:pt modelId="{F1617926-2E2F-4615-B8A5-332B77E21252}" type="sibTrans" cxnId="{104AC214-FD0B-4136-B9A7-CF92ED6CCD23}">
      <dgm:prSet/>
      <dgm:spPr/>
    </dgm:pt>
    <dgm:pt modelId="{47AB88BD-390C-4E61-BA44-BDCBBC933C86}">
      <dgm:prSet phldrT="[Text]"/>
      <dgm:spPr/>
      <dgm:t>
        <a:bodyPr/>
        <a:lstStyle/>
        <a:p>
          <a:r>
            <a:rPr lang="en-IN" dirty="0" smtClean="0"/>
            <a:t>Games</a:t>
          </a:r>
          <a:endParaRPr lang="en-IN" dirty="0"/>
        </a:p>
      </dgm:t>
    </dgm:pt>
    <dgm:pt modelId="{B422B83B-2284-4A85-92C5-B17B354AC1C7}" type="parTrans" cxnId="{5B9CBABF-1B7F-4038-BCEB-19E1F752E5AA}">
      <dgm:prSet/>
      <dgm:spPr/>
    </dgm:pt>
    <dgm:pt modelId="{C101D210-C6E7-47BA-B7B5-F77C421BC469}" type="sibTrans" cxnId="{5B9CBABF-1B7F-4038-BCEB-19E1F752E5AA}">
      <dgm:prSet/>
      <dgm:spPr/>
    </dgm:pt>
    <dgm:pt modelId="{1A68B8D4-DCBF-4E0F-A864-1B9A2E43F9F3}" type="pres">
      <dgm:prSet presAssocID="{182F38B6-5708-42BC-93D1-462E9A70D8B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BB5F83B1-9F35-4131-A548-6557EB99439C}" type="pres">
      <dgm:prSet presAssocID="{C58FE761-314B-46E2-A127-84879A1B1F77}" presName="parentLin" presStyleCnt="0"/>
      <dgm:spPr/>
    </dgm:pt>
    <dgm:pt modelId="{32A4F9AC-E73A-4D96-9D4E-D8DD541F35BC}" type="pres">
      <dgm:prSet presAssocID="{C58FE761-314B-46E2-A127-84879A1B1F77}" presName="parentLeftMargin" presStyleLbl="node1" presStyleIdx="0" presStyleCnt="8"/>
      <dgm:spPr/>
      <dgm:t>
        <a:bodyPr/>
        <a:lstStyle/>
        <a:p>
          <a:endParaRPr lang="en-IN"/>
        </a:p>
      </dgm:t>
    </dgm:pt>
    <dgm:pt modelId="{C48653A9-91DD-40F6-B88C-F4D5BB8D123D}" type="pres">
      <dgm:prSet presAssocID="{C58FE761-314B-46E2-A127-84879A1B1F77}" presName="parentText" presStyleLbl="node1" presStyleIdx="0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F43F4DE-920F-4F76-9938-57B42F5A69F8}" type="pres">
      <dgm:prSet presAssocID="{C58FE761-314B-46E2-A127-84879A1B1F77}" presName="negativeSpace" presStyleCnt="0"/>
      <dgm:spPr/>
    </dgm:pt>
    <dgm:pt modelId="{04DDC23B-4F43-4587-9414-8BADA5524528}" type="pres">
      <dgm:prSet presAssocID="{C58FE761-314B-46E2-A127-84879A1B1F77}" presName="childText" presStyleLbl="conFgAcc1" presStyleIdx="0" presStyleCnt="8">
        <dgm:presLayoutVars>
          <dgm:bulletEnabled val="1"/>
        </dgm:presLayoutVars>
      </dgm:prSet>
      <dgm:spPr/>
    </dgm:pt>
    <dgm:pt modelId="{44CD2E1B-1494-45F4-BB5C-D9FF4CD2518E}" type="pres">
      <dgm:prSet presAssocID="{D3C68FFD-F9BF-43C5-ACAB-231BA8CC91AB}" presName="spaceBetweenRectangles" presStyleCnt="0"/>
      <dgm:spPr/>
    </dgm:pt>
    <dgm:pt modelId="{78AB89BE-EB8D-4715-B9E8-0F4963DB8872}" type="pres">
      <dgm:prSet presAssocID="{95E11201-BD21-4D99-BFD7-10E6D53674C7}" presName="parentLin" presStyleCnt="0"/>
      <dgm:spPr/>
    </dgm:pt>
    <dgm:pt modelId="{4BBC3303-B0BC-4537-8E6B-AF8411E7D94A}" type="pres">
      <dgm:prSet presAssocID="{95E11201-BD21-4D99-BFD7-10E6D53674C7}" presName="parentLeftMargin" presStyleLbl="node1" presStyleIdx="0" presStyleCnt="8"/>
      <dgm:spPr/>
      <dgm:t>
        <a:bodyPr/>
        <a:lstStyle/>
        <a:p>
          <a:endParaRPr lang="en-IN"/>
        </a:p>
      </dgm:t>
    </dgm:pt>
    <dgm:pt modelId="{72BEF444-8D2C-4C6D-A979-17FE9FB85968}" type="pres">
      <dgm:prSet presAssocID="{95E11201-BD21-4D99-BFD7-10E6D53674C7}" presName="parentText" presStyleLbl="node1" presStyleIdx="1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F8585B0-FFCD-46A7-A616-6562876B2BF7}" type="pres">
      <dgm:prSet presAssocID="{95E11201-BD21-4D99-BFD7-10E6D53674C7}" presName="negativeSpace" presStyleCnt="0"/>
      <dgm:spPr/>
    </dgm:pt>
    <dgm:pt modelId="{0E3079AB-EB08-4C45-83F0-027C09DB4A4F}" type="pres">
      <dgm:prSet presAssocID="{95E11201-BD21-4D99-BFD7-10E6D53674C7}" presName="childText" presStyleLbl="conFgAcc1" presStyleIdx="1" presStyleCnt="8">
        <dgm:presLayoutVars>
          <dgm:bulletEnabled val="1"/>
        </dgm:presLayoutVars>
      </dgm:prSet>
      <dgm:spPr/>
    </dgm:pt>
    <dgm:pt modelId="{85F826A9-2DBE-47F9-A146-8E7A54DD79DC}" type="pres">
      <dgm:prSet presAssocID="{8AC425FB-7E88-4106-B4FE-A07FC4848CB1}" presName="spaceBetweenRectangles" presStyleCnt="0"/>
      <dgm:spPr/>
    </dgm:pt>
    <dgm:pt modelId="{4953C08A-2A9D-4417-A1DB-7D30CD12F6ED}" type="pres">
      <dgm:prSet presAssocID="{F3893E70-AAA8-41FC-9EF8-F9EAA14C8D96}" presName="parentLin" presStyleCnt="0"/>
      <dgm:spPr/>
    </dgm:pt>
    <dgm:pt modelId="{F5DA01D8-1482-4729-A87B-1EEE39371F7E}" type="pres">
      <dgm:prSet presAssocID="{F3893E70-AAA8-41FC-9EF8-F9EAA14C8D96}" presName="parentLeftMargin" presStyleLbl="node1" presStyleIdx="1" presStyleCnt="8"/>
      <dgm:spPr/>
      <dgm:t>
        <a:bodyPr/>
        <a:lstStyle/>
        <a:p>
          <a:endParaRPr lang="en-IN"/>
        </a:p>
      </dgm:t>
    </dgm:pt>
    <dgm:pt modelId="{7210B157-D5AF-41B4-A669-E975494761CC}" type="pres">
      <dgm:prSet presAssocID="{F3893E70-AAA8-41FC-9EF8-F9EAA14C8D96}" presName="parentText" presStyleLbl="node1" presStyleIdx="2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E5B492F-A383-4AF4-B07B-15B5E90C96E6}" type="pres">
      <dgm:prSet presAssocID="{F3893E70-AAA8-41FC-9EF8-F9EAA14C8D96}" presName="negativeSpace" presStyleCnt="0"/>
      <dgm:spPr/>
    </dgm:pt>
    <dgm:pt modelId="{233D9D45-D26C-4347-B623-7313EA7889C8}" type="pres">
      <dgm:prSet presAssocID="{F3893E70-AAA8-41FC-9EF8-F9EAA14C8D96}" presName="childText" presStyleLbl="conFgAcc1" presStyleIdx="2" presStyleCnt="8">
        <dgm:presLayoutVars>
          <dgm:bulletEnabled val="1"/>
        </dgm:presLayoutVars>
      </dgm:prSet>
      <dgm:spPr/>
    </dgm:pt>
    <dgm:pt modelId="{396DCD84-40B1-4AFE-8D05-25F587D5D380}" type="pres">
      <dgm:prSet presAssocID="{CA1E8ABE-2599-4DE1-86C7-984CCF05BB59}" presName="spaceBetweenRectangles" presStyleCnt="0"/>
      <dgm:spPr/>
    </dgm:pt>
    <dgm:pt modelId="{ADCAA779-1598-4C73-B6C4-019B608644BC}" type="pres">
      <dgm:prSet presAssocID="{835E5A6F-77B1-41C0-8FA1-17CBFAD15B93}" presName="parentLin" presStyleCnt="0"/>
      <dgm:spPr/>
    </dgm:pt>
    <dgm:pt modelId="{DF923EFB-299C-43B9-9FF5-E93B1DE82E6F}" type="pres">
      <dgm:prSet presAssocID="{835E5A6F-77B1-41C0-8FA1-17CBFAD15B93}" presName="parentLeftMargin" presStyleLbl="node1" presStyleIdx="2" presStyleCnt="8"/>
      <dgm:spPr/>
      <dgm:t>
        <a:bodyPr/>
        <a:lstStyle/>
        <a:p>
          <a:endParaRPr lang="en-IN"/>
        </a:p>
      </dgm:t>
    </dgm:pt>
    <dgm:pt modelId="{D5260BFA-E29A-4A0F-8351-330E6EC64E55}" type="pres">
      <dgm:prSet presAssocID="{835E5A6F-77B1-41C0-8FA1-17CBFAD15B93}" presName="parentText" presStyleLbl="node1" presStyleIdx="3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AF9A68E-7809-48FB-B9E4-853BF681DF7C}" type="pres">
      <dgm:prSet presAssocID="{835E5A6F-77B1-41C0-8FA1-17CBFAD15B93}" presName="negativeSpace" presStyleCnt="0"/>
      <dgm:spPr/>
    </dgm:pt>
    <dgm:pt modelId="{838EADFD-34D1-4D7F-8E8C-F77AE82333D7}" type="pres">
      <dgm:prSet presAssocID="{835E5A6F-77B1-41C0-8FA1-17CBFAD15B93}" presName="childText" presStyleLbl="conFgAcc1" presStyleIdx="3" presStyleCnt="8">
        <dgm:presLayoutVars>
          <dgm:bulletEnabled val="1"/>
        </dgm:presLayoutVars>
      </dgm:prSet>
      <dgm:spPr/>
    </dgm:pt>
    <dgm:pt modelId="{A356BF78-B146-492B-A602-C570B22A030D}" type="pres">
      <dgm:prSet presAssocID="{8A77D623-A8FB-467A-8E00-ADC63096D561}" presName="spaceBetweenRectangles" presStyleCnt="0"/>
      <dgm:spPr/>
    </dgm:pt>
    <dgm:pt modelId="{7308DF5F-3875-4750-9535-1E5425511435}" type="pres">
      <dgm:prSet presAssocID="{47AB88BD-390C-4E61-BA44-BDCBBC933C86}" presName="parentLin" presStyleCnt="0"/>
      <dgm:spPr/>
    </dgm:pt>
    <dgm:pt modelId="{C8D4625C-7F7D-45EC-9A89-71F1515D732A}" type="pres">
      <dgm:prSet presAssocID="{47AB88BD-390C-4E61-BA44-BDCBBC933C86}" presName="parentLeftMargin" presStyleLbl="node1" presStyleIdx="3" presStyleCnt="8"/>
      <dgm:spPr/>
      <dgm:t>
        <a:bodyPr/>
        <a:lstStyle/>
        <a:p>
          <a:endParaRPr lang="en-IN"/>
        </a:p>
      </dgm:t>
    </dgm:pt>
    <dgm:pt modelId="{D301AA49-8348-43B0-8AB8-48BFF9BA356E}" type="pres">
      <dgm:prSet presAssocID="{47AB88BD-390C-4E61-BA44-BDCBBC933C86}" presName="parentText" presStyleLbl="node1" presStyleIdx="4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9064CAA-F8BF-4EF0-A944-5CBEDC686399}" type="pres">
      <dgm:prSet presAssocID="{47AB88BD-390C-4E61-BA44-BDCBBC933C86}" presName="negativeSpace" presStyleCnt="0"/>
      <dgm:spPr/>
    </dgm:pt>
    <dgm:pt modelId="{9A2AFAF6-CC47-4014-AED7-63D119683F5A}" type="pres">
      <dgm:prSet presAssocID="{47AB88BD-390C-4E61-BA44-BDCBBC933C86}" presName="childText" presStyleLbl="conFgAcc1" presStyleIdx="4" presStyleCnt="8">
        <dgm:presLayoutVars>
          <dgm:bulletEnabled val="1"/>
        </dgm:presLayoutVars>
      </dgm:prSet>
      <dgm:spPr/>
    </dgm:pt>
    <dgm:pt modelId="{00D42B72-2E56-4F5B-93B2-0D33648FB236}" type="pres">
      <dgm:prSet presAssocID="{C101D210-C6E7-47BA-B7B5-F77C421BC469}" presName="spaceBetweenRectangles" presStyleCnt="0"/>
      <dgm:spPr/>
    </dgm:pt>
    <dgm:pt modelId="{3A09460C-19D1-42E7-9F5B-C777220BCC51}" type="pres">
      <dgm:prSet presAssocID="{26294B2B-A4C7-4336-907E-0770E153334D}" presName="parentLin" presStyleCnt="0"/>
      <dgm:spPr/>
    </dgm:pt>
    <dgm:pt modelId="{742E8D07-6949-4E09-8EC0-4E6945771547}" type="pres">
      <dgm:prSet presAssocID="{26294B2B-A4C7-4336-907E-0770E153334D}" presName="parentLeftMargin" presStyleLbl="node1" presStyleIdx="4" presStyleCnt="8"/>
      <dgm:spPr/>
      <dgm:t>
        <a:bodyPr/>
        <a:lstStyle/>
        <a:p>
          <a:endParaRPr lang="en-IN"/>
        </a:p>
      </dgm:t>
    </dgm:pt>
    <dgm:pt modelId="{2ACDCE5D-F151-457A-AD12-FDDA7D2CC19B}" type="pres">
      <dgm:prSet presAssocID="{26294B2B-A4C7-4336-907E-0770E153334D}" presName="parentText" presStyleLbl="node1" presStyleIdx="5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1A765BA-FE75-4313-B152-120B985D34B9}" type="pres">
      <dgm:prSet presAssocID="{26294B2B-A4C7-4336-907E-0770E153334D}" presName="negativeSpace" presStyleCnt="0"/>
      <dgm:spPr/>
    </dgm:pt>
    <dgm:pt modelId="{3E30855A-C70C-40C8-93D1-C0DB4AC3D0FA}" type="pres">
      <dgm:prSet presAssocID="{26294B2B-A4C7-4336-907E-0770E153334D}" presName="childText" presStyleLbl="conFgAcc1" presStyleIdx="5" presStyleCnt="8">
        <dgm:presLayoutVars>
          <dgm:bulletEnabled val="1"/>
        </dgm:presLayoutVars>
      </dgm:prSet>
      <dgm:spPr/>
    </dgm:pt>
    <dgm:pt modelId="{DA04549F-D2AC-4B86-91C6-1322200FD946}" type="pres">
      <dgm:prSet presAssocID="{B6DE3118-191C-4414-96D1-51848DDD9518}" presName="spaceBetweenRectangles" presStyleCnt="0"/>
      <dgm:spPr/>
    </dgm:pt>
    <dgm:pt modelId="{50BAEA93-4811-499D-BC14-02155FB2942F}" type="pres">
      <dgm:prSet presAssocID="{F1B7576B-C093-497E-A43D-51E129F16C82}" presName="parentLin" presStyleCnt="0"/>
      <dgm:spPr/>
    </dgm:pt>
    <dgm:pt modelId="{A74698E2-FB47-4B60-A64C-34E4884566AE}" type="pres">
      <dgm:prSet presAssocID="{F1B7576B-C093-497E-A43D-51E129F16C82}" presName="parentLeftMargin" presStyleLbl="node1" presStyleIdx="5" presStyleCnt="8"/>
      <dgm:spPr/>
      <dgm:t>
        <a:bodyPr/>
        <a:lstStyle/>
        <a:p>
          <a:endParaRPr lang="en-IN"/>
        </a:p>
      </dgm:t>
    </dgm:pt>
    <dgm:pt modelId="{B5B8B15F-81C0-4C82-B247-6B8FA5CD849E}" type="pres">
      <dgm:prSet presAssocID="{F1B7576B-C093-497E-A43D-51E129F16C82}" presName="parentText" presStyleLbl="node1" presStyleIdx="6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DCCFF17-613F-4F8E-91C2-1680DF445605}" type="pres">
      <dgm:prSet presAssocID="{F1B7576B-C093-497E-A43D-51E129F16C82}" presName="negativeSpace" presStyleCnt="0"/>
      <dgm:spPr/>
    </dgm:pt>
    <dgm:pt modelId="{AD46E720-C24D-4F95-A375-AA58FA4133CF}" type="pres">
      <dgm:prSet presAssocID="{F1B7576B-C093-497E-A43D-51E129F16C82}" presName="childText" presStyleLbl="conFgAcc1" presStyleIdx="6" presStyleCnt="8">
        <dgm:presLayoutVars>
          <dgm:bulletEnabled val="1"/>
        </dgm:presLayoutVars>
      </dgm:prSet>
      <dgm:spPr/>
    </dgm:pt>
    <dgm:pt modelId="{F329403B-C797-4D3B-84E7-E7204A667D3F}" type="pres">
      <dgm:prSet presAssocID="{D811F6A7-6E74-4A64-9EF0-36ACCC6CE9D8}" presName="spaceBetweenRectangles" presStyleCnt="0"/>
      <dgm:spPr/>
    </dgm:pt>
    <dgm:pt modelId="{82338F05-1F26-44AE-82FB-3634FFE61719}" type="pres">
      <dgm:prSet presAssocID="{87B89301-7398-46C3-B9F7-214DB4B50CEF}" presName="parentLin" presStyleCnt="0"/>
      <dgm:spPr/>
    </dgm:pt>
    <dgm:pt modelId="{AD38CD48-63E4-4D0C-A930-A29E0E109D7E}" type="pres">
      <dgm:prSet presAssocID="{87B89301-7398-46C3-B9F7-214DB4B50CEF}" presName="parentLeftMargin" presStyleLbl="node1" presStyleIdx="6" presStyleCnt="8"/>
      <dgm:spPr/>
      <dgm:t>
        <a:bodyPr/>
        <a:lstStyle/>
        <a:p>
          <a:endParaRPr lang="en-IN"/>
        </a:p>
      </dgm:t>
    </dgm:pt>
    <dgm:pt modelId="{C3096A67-9BD3-4170-8DA5-210661A6CF36}" type="pres">
      <dgm:prSet presAssocID="{87B89301-7398-46C3-B9F7-214DB4B50CEF}" presName="parentText" presStyleLbl="node1" presStyleIdx="7" presStyleCnt="8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D48A759-9655-46E9-A0E1-6ED1C6D2525F}" type="pres">
      <dgm:prSet presAssocID="{87B89301-7398-46C3-B9F7-214DB4B50CEF}" presName="negativeSpace" presStyleCnt="0"/>
      <dgm:spPr/>
    </dgm:pt>
    <dgm:pt modelId="{CD1C2076-6FE5-4ADC-90A6-E8C4FEB2D9EC}" type="pres">
      <dgm:prSet presAssocID="{87B89301-7398-46C3-B9F7-214DB4B50CEF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55A22481-9CB4-43FB-85C5-423F0E3188CA}" type="presOf" srcId="{F3893E70-AAA8-41FC-9EF8-F9EAA14C8D96}" destId="{F5DA01D8-1482-4729-A87B-1EEE39371F7E}" srcOrd="0" destOrd="0" presId="urn:microsoft.com/office/officeart/2005/8/layout/list1"/>
    <dgm:cxn modelId="{5B9CBABF-1B7F-4038-BCEB-19E1F752E5AA}" srcId="{182F38B6-5708-42BC-93D1-462E9A70D8B6}" destId="{47AB88BD-390C-4E61-BA44-BDCBBC933C86}" srcOrd="4" destOrd="0" parTransId="{B422B83B-2284-4A85-92C5-B17B354AC1C7}" sibTransId="{C101D210-C6E7-47BA-B7B5-F77C421BC469}"/>
    <dgm:cxn modelId="{4866B26D-7C63-425B-9219-CFD36DE227C2}" type="presOf" srcId="{87B89301-7398-46C3-B9F7-214DB4B50CEF}" destId="{AD38CD48-63E4-4D0C-A930-A29E0E109D7E}" srcOrd="0" destOrd="0" presId="urn:microsoft.com/office/officeart/2005/8/layout/list1"/>
    <dgm:cxn modelId="{BF7391BE-1605-42AB-9B6D-8881002E25EB}" type="presOf" srcId="{182F38B6-5708-42BC-93D1-462E9A70D8B6}" destId="{1A68B8D4-DCBF-4E0F-A864-1B9A2E43F9F3}" srcOrd="0" destOrd="0" presId="urn:microsoft.com/office/officeart/2005/8/layout/list1"/>
    <dgm:cxn modelId="{1B521DC1-F853-40E0-8AFA-0BA6E7F479FD}" srcId="{182F38B6-5708-42BC-93D1-462E9A70D8B6}" destId="{F1B7576B-C093-497E-A43D-51E129F16C82}" srcOrd="6" destOrd="0" parTransId="{54A394D3-38DF-4201-8B6A-959147ACCB09}" sibTransId="{D811F6A7-6E74-4A64-9EF0-36ACCC6CE9D8}"/>
    <dgm:cxn modelId="{4FCA698B-C74B-439E-A6E3-5CEDFA395DBF}" type="presOf" srcId="{835E5A6F-77B1-41C0-8FA1-17CBFAD15B93}" destId="{D5260BFA-E29A-4A0F-8351-330E6EC64E55}" srcOrd="1" destOrd="0" presId="urn:microsoft.com/office/officeart/2005/8/layout/list1"/>
    <dgm:cxn modelId="{6C6ED54D-6EBF-4620-A74E-08E4E58D1E7F}" type="presOf" srcId="{26294B2B-A4C7-4336-907E-0770E153334D}" destId="{2ACDCE5D-F151-457A-AD12-FDDA7D2CC19B}" srcOrd="1" destOrd="0" presId="urn:microsoft.com/office/officeart/2005/8/layout/list1"/>
    <dgm:cxn modelId="{65429A80-98E3-4777-8F8E-6025176AAEF7}" srcId="{182F38B6-5708-42BC-93D1-462E9A70D8B6}" destId="{C58FE761-314B-46E2-A127-84879A1B1F77}" srcOrd="0" destOrd="0" parTransId="{A9D860B1-7773-4480-9754-2C9D8CE0D12C}" sibTransId="{D3C68FFD-F9BF-43C5-ACAB-231BA8CC91AB}"/>
    <dgm:cxn modelId="{63E8B5CB-CC17-4E8D-A4C7-35C090E62181}" type="presOf" srcId="{F1B7576B-C093-497E-A43D-51E129F16C82}" destId="{B5B8B15F-81C0-4C82-B247-6B8FA5CD849E}" srcOrd="1" destOrd="0" presId="urn:microsoft.com/office/officeart/2005/8/layout/list1"/>
    <dgm:cxn modelId="{1DC5F5B4-FEF8-46B9-B25C-100E6918CD58}" type="presOf" srcId="{F3893E70-AAA8-41FC-9EF8-F9EAA14C8D96}" destId="{7210B157-D5AF-41B4-A669-E975494761CC}" srcOrd="1" destOrd="0" presId="urn:microsoft.com/office/officeart/2005/8/layout/list1"/>
    <dgm:cxn modelId="{453F5F87-7BB2-499E-A533-14AA175F4E41}" type="presOf" srcId="{95E11201-BD21-4D99-BFD7-10E6D53674C7}" destId="{72BEF444-8D2C-4C6D-A979-17FE9FB85968}" srcOrd="1" destOrd="0" presId="urn:microsoft.com/office/officeart/2005/8/layout/list1"/>
    <dgm:cxn modelId="{B284DFB3-EE0C-45B3-8247-59381E1984E9}" type="presOf" srcId="{47AB88BD-390C-4E61-BA44-BDCBBC933C86}" destId="{D301AA49-8348-43B0-8AB8-48BFF9BA356E}" srcOrd="1" destOrd="0" presId="urn:microsoft.com/office/officeart/2005/8/layout/list1"/>
    <dgm:cxn modelId="{9E946CF6-BC7D-40EF-80DC-D74BAF07ADEE}" type="presOf" srcId="{C58FE761-314B-46E2-A127-84879A1B1F77}" destId="{32A4F9AC-E73A-4D96-9D4E-D8DD541F35BC}" srcOrd="0" destOrd="0" presId="urn:microsoft.com/office/officeart/2005/8/layout/list1"/>
    <dgm:cxn modelId="{1B85A9A5-2117-4C07-883C-ED90ECDEF537}" type="presOf" srcId="{F1B7576B-C093-497E-A43D-51E129F16C82}" destId="{A74698E2-FB47-4B60-A64C-34E4884566AE}" srcOrd="0" destOrd="0" presId="urn:microsoft.com/office/officeart/2005/8/layout/list1"/>
    <dgm:cxn modelId="{17833F53-202F-4EF5-B409-33E1F3FBAA46}" type="presOf" srcId="{C58FE761-314B-46E2-A127-84879A1B1F77}" destId="{C48653A9-91DD-40F6-B88C-F4D5BB8D123D}" srcOrd="1" destOrd="0" presId="urn:microsoft.com/office/officeart/2005/8/layout/list1"/>
    <dgm:cxn modelId="{C5B32A7C-383C-4484-B13E-176FB06AB8D2}" type="presOf" srcId="{87B89301-7398-46C3-B9F7-214DB4B50CEF}" destId="{C3096A67-9BD3-4170-8DA5-210661A6CF36}" srcOrd="1" destOrd="0" presId="urn:microsoft.com/office/officeart/2005/8/layout/list1"/>
    <dgm:cxn modelId="{7D732344-06FE-49A0-B989-8DF9A4993B93}" type="presOf" srcId="{26294B2B-A4C7-4336-907E-0770E153334D}" destId="{742E8D07-6949-4E09-8EC0-4E6945771547}" srcOrd="0" destOrd="0" presId="urn:microsoft.com/office/officeart/2005/8/layout/list1"/>
    <dgm:cxn modelId="{2C05478D-C4CA-4F8B-BD49-1D3F02F2CBEF}" type="presOf" srcId="{835E5A6F-77B1-41C0-8FA1-17CBFAD15B93}" destId="{DF923EFB-299C-43B9-9FF5-E93B1DE82E6F}" srcOrd="0" destOrd="0" presId="urn:microsoft.com/office/officeart/2005/8/layout/list1"/>
    <dgm:cxn modelId="{12624113-3AC0-443A-8EFE-3BA73793FC65}" srcId="{182F38B6-5708-42BC-93D1-462E9A70D8B6}" destId="{F3893E70-AAA8-41FC-9EF8-F9EAA14C8D96}" srcOrd="2" destOrd="0" parTransId="{71F1F65A-870E-4108-816D-356C49A2E417}" sibTransId="{CA1E8ABE-2599-4DE1-86C7-984CCF05BB59}"/>
    <dgm:cxn modelId="{B5F44118-8CC3-487C-AFA3-E31B31B866D3}" srcId="{182F38B6-5708-42BC-93D1-462E9A70D8B6}" destId="{95E11201-BD21-4D99-BFD7-10E6D53674C7}" srcOrd="1" destOrd="0" parTransId="{EB9E4C0B-6192-4DCF-8A70-C7BEE6AD848A}" sibTransId="{8AC425FB-7E88-4106-B4FE-A07FC4848CB1}"/>
    <dgm:cxn modelId="{24595D88-279D-440A-AD67-5B41C4EF7BFF}" type="presOf" srcId="{95E11201-BD21-4D99-BFD7-10E6D53674C7}" destId="{4BBC3303-B0BC-4537-8E6B-AF8411E7D94A}" srcOrd="0" destOrd="0" presId="urn:microsoft.com/office/officeart/2005/8/layout/list1"/>
    <dgm:cxn modelId="{E021B4DC-798C-4760-9A74-1BC515474FA4}" srcId="{182F38B6-5708-42BC-93D1-462E9A70D8B6}" destId="{835E5A6F-77B1-41C0-8FA1-17CBFAD15B93}" srcOrd="3" destOrd="0" parTransId="{890217B0-320C-41DF-80AD-E3C554446F91}" sibTransId="{8A77D623-A8FB-467A-8E00-ADC63096D561}"/>
    <dgm:cxn modelId="{A6150671-649B-481B-8330-0984FD35944C}" srcId="{182F38B6-5708-42BC-93D1-462E9A70D8B6}" destId="{26294B2B-A4C7-4336-907E-0770E153334D}" srcOrd="5" destOrd="0" parTransId="{87818F64-6867-4E90-B4E9-4C584F1730AC}" sibTransId="{B6DE3118-191C-4414-96D1-51848DDD9518}"/>
    <dgm:cxn modelId="{104AC214-FD0B-4136-B9A7-CF92ED6CCD23}" srcId="{182F38B6-5708-42BC-93D1-462E9A70D8B6}" destId="{87B89301-7398-46C3-B9F7-214DB4B50CEF}" srcOrd="7" destOrd="0" parTransId="{D7F01AEA-7758-4219-B051-4109FF2DCDA0}" sibTransId="{F1617926-2E2F-4615-B8A5-332B77E21252}"/>
    <dgm:cxn modelId="{02059B56-863E-4146-B8D8-7A75B11BDE03}" type="presOf" srcId="{47AB88BD-390C-4E61-BA44-BDCBBC933C86}" destId="{C8D4625C-7F7D-45EC-9A89-71F1515D732A}" srcOrd="0" destOrd="0" presId="urn:microsoft.com/office/officeart/2005/8/layout/list1"/>
    <dgm:cxn modelId="{32150732-54A0-4F1E-856B-4E08A44CBA9F}" type="presParOf" srcId="{1A68B8D4-DCBF-4E0F-A864-1B9A2E43F9F3}" destId="{BB5F83B1-9F35-4131-A548-6557EB99439C}" srcOrd="0" destOrd="0" presId="urn:microsoft.com/office/officeart/2005/8/layout/list1"/>
    <dgm:cxn modelId="{1DDB3641-2843-41BC-84BD-4F9642EA6B97}" type="presParOf" srcId="{BB5F83B1-9F35-4131-A548-6557EB99439C}" destId="{32A4F9AC-E73A-4D96-9D4E-D8DD541F35BC}" srcOrd="0" destOrd="0" presId="urn:microsoft.com/office/officeart/2005/8/layout/list1"/>
    <dgm:cxn modelId="{E0E2F2BC-3281-4795-908C-87E4461E03CF}" type="presParOf" srcId="{BB5F83B1-9F35-4131-A548-6557EB99439C}" destId="{C48653A9-91DD-40F6-B88C-F4D5BB8D123D}" srcOrd="1" destOrd="0" presId="urn:microsoft.com/office/officeart/2005/8/layout/list1"/>
    <dgm:cxn modelId="{7C28D0A9-4B91-4EDC-97D1-7210A38998F6}" type="presParOf" srcId="{1A68B8D4-DCBF-4E0F-A864-1B9A2E43F9F3}" destId="{4F43F4DE-920F-4F76-9938-57B42F5A69F8}" srcOrd="1" destOrd="0" presId="urn:microsoft.com/office/officeart/2005/8/layout/list1"/>
    <dgm:cxn modelId="{134F7D50-50AE-4142-BAFC-A3AD4758FE49}" type="presParOf" srcId="{1A68B8D4-DCBF-4E0F-A864-1B9A2E43F9F3}" destId="{04DDC23B-4F43-4587-9414-8BADA5524528}" srcOrd="2" destOrd="0" presId="urn:microsoft.com/office/officeart/2005/8/layout/list1"/>
    <dgm:cxn modelId="{EF1544CF-D041-4F6A-A27D-B857815EB4FC}" type="presParOf" srcId="{1A68B8D4-DCBF-4E0F-A864-1B9A2E43F9F3}" destId="{44CD2E1B-1494-45F4-BB5C-D9FF4CD2518E}" srcOrd="3" destOrd="0" presId="urn:microsoft.com/office/officeart/2005/8/layout/list1"/>
    <dgm:cxn modelId="{894A0287-412D-4A53-809D-DB0BEDE62533}" type="presParOf" srcId="{1A68B8D4-DCBF-4E0F-A864-1B9A2E43F9F3}" destId="{78AB89BE-EB8D-4715-B9E8-0F4963DB8872}" srcOrd="4" destOrd="0" presId="urn:microsoft.com/office/officeart/2005/8/layout/list1"/>
    <dgm:cxn modelId="{8C0AF379-C2B6-4896-9C91-163CFF868489}" type="presParOf" srcId="{78AB89BE-EB8D-4715-B9E8-0F4963DB8872}" destId="{4BBC3303-B0BC-4537-8E6B-AF8411E7D94A}" srcOrd="0" destOrd="0" presId="urn:microsoft.com/office/officeart/2005/8/layout/list1"/>
    <dgm:cxn modelId="{6F86E1DF-EDB6-4F66-8D17-4806AECA0613}" type="presParOf" srcId="{78AB89BE-EB8D-4715-B9E8-0F4963DB8872}" destId="{72BEF444-8D2C-4C6D-A979-17FE9FB85968}" srcOrd="1" destOrd="0" presId="urn:microsoft.com/office/officeart/2005/8/layout/list1"/>
    <dgm:cxn modelId="{C2E0BD8E-9365-4742-A7F4-22522956B931}" type="presParOf" srcId="{1A68B8D4-DCBF-4E0F-A864-1B9A2E43F9F3}" destId="{2F8585B0-FFCD-46A7-A616-6562876B2BF7}" srcOrd="5" destOrd="0" presId="urn:microsoft.com/office/officeart/2005/8/layout/list1"/>
    <dgm:cxn modelId="{3F47C59D-49D1-4E8F-AF13-20B23B8B8DCE}" type="presParOf" srcId="{1A68B8D4-DCBF-4E0F-A864-1B9A2E43F9F3}" destId="{0E3079AB-EB08-4C45-83F0-027C09DB4A4F}" srcOrd="6" destOrd="0" presId="urn:microsoft.com/office/officeart/2005/8/layout/list1"/>
    <dgm:cxn modelId="{463007A2-B1F5-4FAD-A047-4F675D356455}" type="presParOf" srcId="{1A68B8D4-DCBF-4E0F-A864-1B9A2E43F9F3}" destId="{85F826A9-2DBE-47F9-A146-8E7A54DD79DC}" srcOrd="7" destOrd="0" presId="urn:microsoft.com/office/officeart/2005/8/layout/list1"/>
    <dgm:cxn modelId="{F5FDCAC7-7176-4762-B3DF-D99DADDCE1B8}" type="presParOf" srcId="{1A68B8D4-DCBF-4E0F-A864-1B9A2E43F9F3}" destId="{4953C08A-2A9D-4417-A1DB-7D30CD12F6ED}" srcOrd="8" destOrd="0" presId="urn:microsoft.com/office/officeart/2005/8/layout/list1"/>
    <dgm:cxn modelId="{FA253935-A45A-40B7-9355-76D19E495387}" type="presParOf" srcId="{4953C08A-2A9D-4417-A1DB-7D30CD12F6ED}" destId="{F5DA01D8-1482-4729-A87B-1EEE39371F7E}" srcOrd="0" destOrd="0" presId="urn:microsoft.com/office/officeart/2005/8/layout/list1"/>
    <dgm:cxn modelId="{B1C0CB87-A647-4DCB-AD0A-959A547A141E}" type="presParOf" srcId="{4953C08A-2A9D-4417-A1DB-7D30CD12F6ED}" destId="{7210B157-D5AF-41B4-A669-E975494761CC}" srcOrd="1" destOrd="0" presId="urn:microsoft.com/office/officeart/2005/8/layout/list1"/>
    <dgm:cxn modelId="{0CD76FDF-0A07-4FC6-84E4-754E3EA7043C}" type="presParOf" srcId="{1A68B8D4-DCBF-4E0F-A864-1B9A2E43F9F3}" destId="{7E5B492F-A383-4AF4-B07B-15B5E90C96E6}" srcOrd="9" destOrd="0" presId="urn:microsoft.com/office/officeart/2005/8/layout/list1"/>
    <dgm:cxn modelId="{7EE0E088-243D-480F-8EAB-C1B02934A0FB}" type="presParOf" srcId="{1A68B8D4-DCBF-4E0F-A864-1B9A2E43F9F3}" destId="{233D9D45-D26C-4347-B623-7313EA7889C8}" srcOrd="10" destOrd="0" presId="urn:microsoft.com/office/officeart/2005/8/layout/list1"/>
    <dgm:cxn modelId="{C2AE705B-B8F5-4C18-96AF-793F410B13A0}" type="presParOf" srcId="{1A68B8D4-DCBF-4E0F-A864-1B9A2E43F9F3}" destId="{396DCD84-40B1-4AFE-8D05-25F587D5D380}" srcOrd="11" destOrd="0" presId="urn:microsoft.com/office/officeart/2005/8/layout/list1"/>
    <dgm:cxn modelId="{7E7CB034-E05F-4D39-B89D-C75AE6ED0528}" type="presParOf" srcId="{1A68B8D4-DCBF-4E0F-A864-1B9A2E43F9F3}" destId="{ADCAA779-1598-4C73-B6C4-019B608644BC}" srcOrd="12" destOrd="0" presId="urn:microsoft.com/office/officeart/2005/8/layout/list1"/>
    <dgm:cxn modelId="{115E05CC-0F17-4CDA-A9A3-8AFF64A3E3BD}" type="presParOf" srcId="{ADCAA779-1598-4C73-B6C4-019B608644BC}" destId="{DF923EFB-299C-43B9-9FF5-E93B1DE82E6F}" srcOrd="0" destOrd="0" presId="urn:microsoft.com/office/officeart/2005/8/layout/list1"/>
    <dgm:cxn modelId="{0B4F66F3-97F7-4E22-B7EB-6B940E6EAEC3}" type="presParOf" srcId="{ADCAA779-1598-4C73-B6C4-019B608644BC}" destId="{D5260BFA-E29A-4A0F-8351-330E6EC64E55}" srcOrd="1" destOrd="0" presId="urn:microsoft.com/office/officeart/2005/8/layout/list1"/>
    <dgm:cxn modelId="{97BDCD72-EE16-4BE7-83F1-7F9EA3E7D2C8}" type="presParOf" srcId="{1A68B8D4-DCBF-4E0F-A864-1B9A2E43F9F3}" destId="{3AF9A68E-7809-48FB-B9E4-853BF681DF7C}" srcOrd="13" destOrd="0" presId="urn:microsoft.com/office/officeart/2005/8/layout/list1"/>
    <dgm:cxn modelId="{930C281F-9970-4C1D-9F48-FE6D180640E9}" type="presParOf" srcId="{1A68B8D4-DCBF-4E0F-A864-1B9A2E43F9F3}" destId="{838EADFD-34D1-4D7F-8E8C-F77AE82333D7}" srcOrd="14" destOrd="0" presId="urn:microsoft.com/office/officeart/2005/8/layout/list1"/>
    <dgm:cxn modelId="{9F5FFD1A-3D32-4D3F-9E31-6531257B4D86}" type="presParOf" srcId="{1A68B8D4-DCBF-4E0F-A864-1B9A2E43F9F3}" destId="{A356BF78-B146-492B-A602-C570B22A030D}" srcOrd="15" destOrd="0" presId="urn:microsoft.com/office/officeart/2005/8/layout/list1"/>
    <dgm:cxn modelId="{12A9C865-01EF-4B9C-A4ED-4EF9D189BB3C}" type="presParOf" srcId="{1A68B8D4-DCBF-4E0F-A864-1B9A2E43F9F3}" destId="{7308DF5F-3875-4750-9535-1E5425511435}" srcOrd="16" destOrd="0" presId="urn:microsoft.com/office/officeart/2005/8/layout/list1"/>
    <dgm:cxn modelId="{02BC4B3E-2720-42B3-AC52-450CEE586054}" type="presParOf" srcId="{7308DF5F-3875-4750-9535-1E5425511435}" destId="{C8D4625C-7F7D-45EC-9A89-71F1515D732A}" srcOrd="0" destOrd="0" presId="urn:microsoft.com/office/officeart/2005/8/layout/list1"/>
    <dgm:cxn modelId="{04867994-23B7-40B8-801B-5AAC9E8D30EA}" type="presParOf" srcId="{7308DF5F-3875-4750-9535-1E5425511435}" destId="{D301AA49-8348-43B0-8AB8-48BFF9BA356E}" srcOrd="1" destOrd="0" presId="urn:microsoft.com/office/officeart/2005/8/layout/list1"/>
    <dgm:cxn modelId="{40A562ED-0156-4CB5-B13F-CD5D3F69FA9F}" type="presParOf" srcId="{1A68B8D4-DCBF-4E0F-A864-1B9A2E43F9F3}" destId="{C9064CAA-F8BF-4EF0-A944-5CBEDC686399}" srcOrd="17" destOrd="0" presId="urn:microsoft.com/office/officeart/2005/8/layout/list1"/>
    <dgm:cxn modelId="{20CE95D0-DB63-4830-B759-B5F8A374D95E}" type="presParOf" srcId="{1A68B8D4-DCBF-4E0F-A864-1B9A2E43F9F3}" destId="{9A2AFAF6-CC47-4014-AED7-63D119683F5A}" srcOrd="18" destOrd="0" presId="urn:microsoft.com/office/officeart/2005/8/layout/list1"/>
    <dgm:cxn modelId="{9FBE71FA-8666-46A1-9E35-E9DD13B3C778}" type="presParOf" srcId="{1A68B8D4-DCBF-4E0F-A864-1B9A2E43F9F3}" destId="{00D42B72-2E56-4F5B-93B2-0D33648FB236}" srcOrd="19" destOrd="0" presId="urn:microsoft.com/office/officeart/2005/8/layout/list1"/>
    <dgm:cxn modelId="{C2DF7732-509C-4BCE-95C7-FB977C185DB1}" type="presParOf" srcId="{1A68B8D4-DCBF-4E0F-A864-1B9A2E43F9F3}" destId="{3A09460C-19D1-42E7-9F5B-C777220BCC51}" srcOrd="20" destOrd="0" presId="urn:microsoft.com/office/officeart/2005/8/layout/list1"/>
    <dgm:cxn modelId="{CABB8E69-1365-4574-9154-53895FE0E6C8}" type="presParOf" srcId="{3A09460C-19D1-42E7-9F5B-C777220BCC51}" destId="{742E8D07-6949-4E09-8EC0-4E6945771547}" srcOrd="0" destOrd="0" presId="urn:microsoft.com/office/officeart/2005/8/layout/list1"/>
    <dgm:cxn modelId="{8E2EA915-6422-47DA-B0FA-F7BD8EA8DB48}" type="presParOf" srcId="{3A09460C-19D1-42E7-9F5B-C777220BCC51}" destId="{2ACDCE5D-F151-457A-AD12-FDDA7D2CC19B}" srcOrd="1" destOrd="0" presId="urn:microsoft.com/office/officeart/2005/8/layout/list1"/>
    <dgm:cxn modelId="{02FEB76A-46C4-4588-BB51-DE7866A5F8CE}" type="presParOf" srcId="{1A68B8D4-DCBF-4E0F-A864-1B9A2E43F9F3}" destId="{C1A765BA-FE75-4313-B152-120B985D34B9}" srcOrd="21" destOrd="0" presId="urn:microsoft.com/office/officeart/2005/8/layout/list1"/>
    <dgm:cxn modelId="{3C3A34C5-379A-4148-8066-A38E4A8F1AB3}" type="presParOf" srcId="{1A68B8D4-DCBF-4E0F-A864-1B9A2E43F9F3}" destId="{3E30855A-C70C-40C8-93D1-C0DB4AC3D0FA}" srcOrd="22" destOrd="0" presId="urn:microsoft.com/office/officeart/2005/8/layout/list1"/>
    <dgm:cxn modelId="{941352A4-156A-4943-8548-FAF604D115CC}" type="presParOf" srcId="{1A68B8D4-DCBF-4E0F-A864-1B9A2E43F9F3}" destId="{DA04549F-D2AC-4B86-91C6-1322200FD946}" srcOrd="23" destOrd="0" presId="urn:microsoft.com/office/officeart/2005/8/layout/list1"/>
    <dgm:cxn modelId="{2CAA38D0-86D2-43F5-906A-17CDEBCDF34E}" type="presParOf" srcId="{1A68B8D4-DCBF-4E0F-A864-1B9A2E43F9F3}" destId="{50BAEA93-4811-499D-BC14-02155FB2942F}" srcOrd="24" destOrd="0" presId="urn:microsoft.com/office/officeart/2005/8/layout/list1"/>
    <dgm:cxn modelId="{9417E127-25C1-4B91-AF95-E3852649770C}" type="presParOf" srcId="{50BAEA93-4811-499D-BC14-02155FB2942F}" destId="{A74698E2-FB47-4B60-A64C-34E4884566AE}" srcOrd="0" destOrd="0" presId="urn:microsoft.com/office/officeart/2005/8/layout/list1"/>
    <dgm:cxn modelId="{D2CD3A36-9188-4A1E-A4F4-E8019232A187}" type="presParOf" srcId="{50BAEA93-4811-499D-BC14-02155FB2942F}" destId="{B5B8B15F-81C0-4C82-B247-6B8FA5CD849E}" srcOrd="1" destOrd="0" presId="urn:microsoft.com/office/officeart/2005/8/layout/list1"/>
    <dgm:cxn modelId="{AA060B51-2C89-41EA-9DAC-130E194CB8B3}" type="presParOf" srcId="{1A68B8D4-DCBF-4E0F-A864-1B9A2E43F9F3}" destId="{5DCCFF17-613F-4F8E-91C2-1680DF445605}" srcOrd="25" destOrd="0" presId="urn:microsoft.com/office/officeart/2005/8/layout/list1"/>
    <dgm:cxn modelId="{4A8BC7CA-D2C9-4778-9811-6A2E98190C43}" type="presParOf" srcId="{1A68B8D4-DCBF-4E0F-A864-1B9A2E43F9F3}" destId="{AD46E720-C24D-4F95-A375-AA58FA4133CF}" srcOrd="26" destOrd="0" presId="urn:microsoft.com/office/officeart/2005/8/layout/list1"/>
    <dgm:cxn modelId="{78797C6C-945E-447F-A806-D7FC0BB01BCC}" type="presParOf" srcId="{1A68B8D4-DCBF-4E0F-A864-1B9A2E43F9F3}" destId="{F329403B-C797-4D3B-84E7-E7204A667D3F}" srcOrd="27" destOrd="0" presId="urn:microsoft.com/office/officeart/2005/8/layout/list1"/>
    <dgm:cxn modelId="{68F0EEA5-196F-4804-A9B6-427F9725E525}" type="presParOf" srcId="{1A68B8D4-DCBF-4E0F-A864-1B9A2E43F9F3}" destId="{82338F05-1F26-44AE-82FB-3634FFE61719}" srcOrd="28" destOrd="0" presId="urn:microsoft.com/office/officeart/2005/8/layout/list1"/>
    <dgm:cxn modelId="{96EF61E8-FF31-4A4E-ADB6-10FC03DB67DC}" type="presParOf" srcId="{82338F05-1F26-44AE-82FB-3634FFE61719}" destId="{AD38CD48-63E4-4D0C-A930-A29E0E109D7E}" srcOrd="0" destOrd="0" presId="urn:microsoft.com/office/officeart/2005/8/layout/list1"/>
    <dgm:cxn modelId="{0D0A5596-EC79-43AE-9824-0DCF19BF6CD3}" type="presParOf" srcId="{82338F05-1F26-44AE-82FB-3634FFE61719}" destId="{C3096A67-9BD3-4170-8DA5-210661A6CF36}" srcOrd="1" destOrd="0" presId="urn:microsoft.com/office/officeart/2005/8/layout/list1"/>
    <dgm:cxn modelId="{082ACFA3-F55B-4296-976F-E694BA98C2BE}" type="presParOf" srcId="{1A68B8D4-DCBF-4E0F-A864-1B9A2E43F9F3}" destId="{0D48A759-9655-46E9-A0E1-6ED1C6D2525F}" srcOrd="29" destOrd="0" presId="urn:microsoft.com/office/officeart/2005/8/layout/list1"/>
    <dgm:cxn modelId="{80D3810C-5639-4072-B457-F71E31017044}" type="presParOf" srcId="{1A68B8D4-DCBF-4E0F-A864-1B9A2E43F9F3}" destId="{CD1C2076-6FE5-4ADC-90A6-E8C4FEB2D9EC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80AC93-1D98-4991-AA39-AC0F3F85471F}" type="doc">
      <dgm:prSet loTypeId="urn:microsoft.com/office/officeart/2005/8/layout/arrow2" loCatId="process" qsTypeId="urn:microsoft.com/office/officeart/2005/8/quickstyle/3d3" qsCatId="3D" csTypeId="urn:microsoft.com/office/officeart/2005/8/colors/accent1_2" csCatId="accent1" phldr="1"/>
      <dgm:spPr/>
    </dgm:pt>
    <dgm:pt modelId="{4993116F-FCC5-414E-A989-71612720AABF}">
      <dgm:prSet phldrT="[Text]"/>
      <dgm:spPr/>
      <dgm:t>
        <a:bodyPr/>
        <a:lstStyle/>
        <a:p>
          <a:r>
            <a:rPr lang="en-IN" dirty="0" smtClean="0"/>
            <a:t>Data</a:t>
          </a:r>
          <a:endParaRPr lang="en-IN" dirty="0"/>
        </a:p>
      </dgm:t>
    </dgm:pt>
    <dgm:pt modelId="{E8C9CACB-F534-4BDD-9020-C553D77952BF}" type="parTrans" cxnId="{1A6D9E01-23A8-4904-9147-241753235500}">
      <dgm:prSet/>
      <dgm:spPr/>
      <dgm:t>
        <a:bodyPr/>
        <a:lstStyle/>
        <a:p>
          <a:endParaRPr lang="en-IN"/>
        </a:p>
      </dgm:t>
    </dgm:pt>
    <dgm:pt modelId="{6C422B72-58E3-44C3-BD48-5AA5F1D4121E}" type="sibTrans" cxnId="{1A6D9E01-23A8-4904-9147-241753235500}">
      <dgm:prSet/>
      <dgm:spPr/>
      <dgm:t>
        <a:bodyPr/>
        <a:lstStyle/>
        <a:p>
          <a:endParaRPr lang="en-IN"/>
        </a:p>
      </dgm:t>
    </dgm:pt>
    <dgm:pt modelId="{F6E4B317-9724-441C-87FA-97165E7F4446}">
      <dgm:prSet phldrT="[Text]"/>
      <dgm:spPr/>
      <dgm:t>
        <a:bodyPr/>
        <a:lstStyle/>
        <a:p>
          <a:r>
            <a:rPr lang="en-IN" dirty="0" smtClean="0"/>
            <a:t>Information</a:t>
          </a:r>
          <a:endParaRPr lang="en-IN" dirty="0"/>
        </a:p>
      </dgm:t>
    </dgm:pt>
    <dgm:pt modelId="{40A9E6ED-A832-449D-8CB8-78DD32C7D8C7}" type="parTrans" cxnId="{73442727-8DEB-4FBE-AB0C-2A4B86DA318F}">
      <dgm:prSet/>
      <dgm:spPr/>
      <dgm:t>
        <a:bodyPr/>
        <a:lstStyle/>
        <a:p>
          <a:endParaRPr lang="en-IN"/>
        </a:p>
      </dgm:t>
    </dgm:pt>
    <dgm:pt modelId="{590764EF-6A9C-450F-A969-A6E12DBD0E0C}" type="sibTrans" cxnId="{73442727-8DEB-4FBE-AB0C-2A4B86DA318F}">
      <dgm:prSet/>
      <dgm:spPr/>
      <dgm:t>
        <a:bodyPr/>
        <a:lstStyle/>
        <a:p>
          <a:endParaRPr lang="en-IN"/>
        </a:p>
      </dgm:t>
    </dgm:pt>
    <dgm:pt modelId="{61BD1A24-5CB2-46FD-8B5E-33A4E59621CB}">
      <dgm:prSet phldrT="[Text]"/>
      <dgm:spPr/>
      <dgm:t>
        <a:bodyPr/>
        <a:lstStyle/>
        <a:p>
          <a:r>
            <a:rPr lang="en-IN" dirty="0" smtClean="0"/>
            <a:t>Knowledge</a:t>
          </a:r>
          <a:endParaRPr lang="en-IN" dirty="0"/>
        </a:p>
      </dgm:t>
    </dgm:pt>
    <dgm:pt modelId="{3C4B0375-C3CB-42A1-B04E-115D9A7BF63E}" type="parTrans" cxnId="{016592FB-21DA-40AC-8470-0E8B22D03044}">
      <dgm:prSet/>
      <dgm:spPr/>
      <dgm:t>
        <a:bodyPr/>
        <a:lstStyle/>
        <a:p>
          <a:endParaRPr lang="en-IN"/>
        </a:p>
      </dgm:t>
    </dgm:pt>
    <dgm:pt modelId="{74C66884-E828-4D97-8BA6-C16BF26DC473}" type="sibTrans" cxnId="{016592FB-21DA-40AC-8470-0E8B22D03044}">
      <dgm:prSet/>
      <dgm:spPr/>
      <dgm:t>
        <a:bodyPr/>
        <a:lstStyle/>
        <a:p>
          <a:endParaRPr lang="en-IN"/>
        </a:p>
      </dgm:t>
    </dgm:pt>
    <dgm:pt modelId="{3EA77EE3-975F-4FD1-BB20-F9CB86C6157E}">
      <dgm:prSet phldrT="[Text]"/>
      <dgm:spPr/>
      <dgm:t>
        <a:bodyPr/>
        <a:lstStyle/>
        <a:p>
          <a:r>
            <a:rPr lang="en-IN" dirty="0" smtClean="0"/>
            <a:t>Wisdom</a:t>
          </a:r>
          <a:endParaRPr lang="en-IN" dirty="0"/>
        </a:p>
      </dgm:t>
    </dgm:pt>
    <dgm:pt modelId="{3A2F9BD2-F23E-4A55-A73D-0FE79041085D}" type="parTrans" cxnId="{C54FB6F8-5AED-426F-A920-C55D04B3CD2C}">
      <dgm:prSet/>
      <dgm:spPr/>
      <dgm:t>
        <a:bodyPr/>
        <a:lstStyle/>
        <a:p>
          <a:endParaRPr lang="en-IN"/>
        </a:p>
      </dgm:t>
    </dgm:pt>
    <dgm:pt modelId="{C0EE3F24-2ECC-4DC4-82E7-69F94E686EA8}" type="sibTrans" cxnId="{C54FB6F8-5AED-426F-A920-C55D04B3CD2C}">
      <dgm:prSet/>
      <dgm:spPr/>
      <dgm:t>
        <a:bodyPr/>
        <a:lstStyle/>
        <a:p>
          <a:endParaRPr lang="en-IN"/>
        </a:p>
      </dgm:t>
    </dgm:pt>
    <dgm:pt modelId="{F8E97960-A46B-4559-ADD8-28956BDAEE14}" type="pres">
      <dgm:prSet presAssocID="{E480AC93-1D98-4991-AA39-AC0F3F85471F}" presName="arrowDiagram" presStyleCnt="0">
        <dgm:presLayoutVars>
          <dgm:chMax val="5"/>
          <dgm:dir/>
          <dgm:resizeHandles val="exact"/>
        </dgm:presLayoutVars>
      </dgm:prSet>
      <dgm:spPr/>
    </dgm:pt>
    <dgm:pt modelId="{C87C5AB8-C558-49BA-878E-A817B41B31F3}" type="pres">
      <dgm:prSet presAssocID="{E480AC93-1D98-4991-AA39-AC0F3F85471F}" presName="arrow" presStyleLbl="bgShp" presStyleIdx="0" presStyleCnt="1"/>
      <dgm:spPr/>
    </dgm:pt>
    <dgm:pt modelId="{C6215C3B-54CE-45BC-9F14-828D9E71A6A5}" type="pres">
      <dgm:prSet presAssocID="{E480AC93-1D98-4991-AA39-AC0F3F85471F}" presName="arrowDiagram4" presStyleCnt="0"/>
      <dgm:spPr/>
    </dgm:pt>
    <dgm:pt modelId="{49C8E152-5A3B-4BEB-B059-65EFAFF8FD8D}" type="pres">
      <dgm:prSet presAssocID="{4993116F-FCC5-414E-A989-71612720AABF}" presName="bullet4a" presStyleLbl="node1" presStyleIdx="0" presStyleCnt="4"/>
      <dgm:spPr/>
    </dgm:pt>
    <dgm:pt modelId="{7DC271F4-D999-40C2-939B-C5DB9906970F}" type="pres">
      <dgm:prSet presAssocID="{4993116F-FCC5-414E-A989-71612720AABF}" presName="textBox4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2B10BA7-7894-4132-A0EA-51967AB0759A}" type="pres">
      <dgm:prSet presAssocID="{F6E4B317-9724-441C-87FA-97165E7F4446}" presName="bullet4b" presStyleLbl="node1" presStyleIdx="1" presStyleCnt="4"/>
      <dgm:spPr/>
    </dgm:pt>
    <dgm:pt modelId="{2BA5A53A-17D6-4C66-8BD4-689370F5F2EB}" type="pres">
      <dgm:prSet presAssocID="{F6E4B317-9724-441C-87FA-97165E7F4446}" presName="textBox4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41FAD0-E67A-48C9-B9E2-E43E2A2B362E}" type="pres">
      <dgm:prSet presAssocID="{61BD1A24-5CB2-46FD-8B5E-33A4E59621CB}" presName="bullet4c" presStyleLbl="node1" presStyleIdx="2" presStyleCnt="4"/>
      <dgm:spPr/>
    </dgm:pt>
    <dgm:pt modelId="{D2D2AC86-54BE-4F0E-96B6-D661651013FB}" type="pres">
      <dgm:prSet presAssocID="{61BD1A24-5CB2-46FD-8B5E-33A4E59621CB}" presName="textBox4c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3B3C7E-FF7E-4CD7-B2DD-43A7FE7EA127}" type="pres">
      <dgm:prSet presAssocID="{3EA77EE3-975F-4FD1-BB20-F9CB86C6157E}" presName="bullet4d" presStyleLbl="node1" presStyleIdx="3" presStyleCnt="4"/>
      <dgm:spPr/>
    </dgm:pt>
    <dgm:pt modelId="{6DB3A390-D44C-4C01-BD56-1C0671AE6526}" type="pres">
      <dgm:prSet presAssocID="{3EA77EE3-975F-4FD1-BB20-F9CB86C6157E}" presName="textBox4d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C67271FB-9F7C-4301-9699-B72DF3F9546E}" type="presOf" srcId="{61BD1A24-5CB2-46FD-8B5E-33A4E59621CB}" destId="{D2D2AC86-54BE-4F0E-96B6-D661651013FB}" srcOrd="0" destOrd="0" presId="urn:microsoft.com/office/officeart/2005/8/layout/arrow2"/>
    <dgm:cxn modelId="{6AFEB4E8-0C15-4145-B23A-0F52462A7019}" type="presOf" srcId="{4993116F-FCC5-414E-A989-71612720AABF}" destId="{7DC271F4-D999-40C2-939B-C5DB9906970F}" srcOrd="0" destOrd="0" presId="urn:microsoft.com/office/officeart/2005/8/layout/arrow2"/>
    <dgm:cxn modelId="{C54FB6F8-5AED-426F-A920-C55D04B3CD2C}" srcId="{E480AC93-1D98-4991-AA39-AC0F3F85471F}" destId="{3EA77EE3-975F-4FD1-BB20-F9CB86C6157E}" srcOrd="3" destOrd="0" parTransId="{3A2F9BD2-F23E-4A55-A73D-0FE79041085D}" sibTransId="{C0EE3F24-2ECC-4DC4-82E7-69F94E686EA8}"/>
    <dgm:cxn modelId="{016592FB-21DA-40AC-8470-0E8B22D03044}" srcId="{E480AC93-1D98-4991-AA39-AC0F3F85471F}" destId="{61BD1A24-5CB2-46FD-8B5E-33A4E59621CB}" srcOrd="2" destOrd="0" parTransId="{3C4B0375-C3CB-42A1-B04E-115D9A7BF63E}" sibTransId="{74C66884-E828-4D97-8BA6-C16BF26DC473}"/>
    <dgm:cxn modelId="{73442727-8DEB-4FBE-AB0C-2A4B86DA318F}" srcId="{E480AC93-1D98-4991-AA39-AC0F3F85471F}" destId="{F6E4B317-9724-441C-87FA-97165E7F4446}" srcOrd="1" destOrd="0" parTransId="{40A9E6ED-A832-449D-8CB8-78DD32C7D8C7}" sibTransId="{590764EF-6A9C-450F-A969-A6E12DBD0E0C}"/>
    <dgm:cxn modelId="{6591BEFC-CE13-42E5-BCB5-6C0FF51EA067}" type="presOf" srcId="{F6E4B317-9724-441C-87FA-97165E7F4446}" destId="{2BA5A53A-17D6-4C66-8BD4-689370F5F2EB}" srcOrd="0" destOrd="0" presId="urn:microsoft.com/office/officeart/2005/8/layout/arrow2"/>
    <dgm:cxn modelId="{1A6D9E01-23A8-4904-9147-241753235500}" srcId="{E480AC93-1D98-4991-AA39-AC0F3F85471F}" destId="{4993116F-FCC5-414E-A989-71612720AABF}" srcOrd="0" destOrd="0" parTransId="{E8C9CACB-F534-4BDD-9020-C553D77952BF}" sibTransId="{6C422B72-58E3-44C3-BD48-5AA5F1D4121E}"/>
    <dgm:cxn modelId="{3D19F715-9795-423D-B008-233D7CAC5E04}" type="presOf" srcId="{3EA77EE3-975F-4FD1-BB20-F9CB86C6157E}" destId="{6DB3A390-D44C-4C01-BD56-1C0671AE6526}" srcOrd="0" destOrd="0" presId="urn:microsoft.com/office/officeart/2005/8/layout/arrow2"/>
    <dgm:cxn modelId="{F08AE2B7-70F8-4A3B-BEEB-CEDD1C9DBFBF}" type="presOf" srcId="{E480AC93-1D98-4991-AA39-AC0F3F85471F}" destId="{F8E97960-A46B-4559-ADD8-28956BDAEE14}" srcOrd="0" destOrd="0" presId="urn:microsoft.com/office/officeart/2005/8/layout/arrow2"/>
    <dgm:cxn modelId="{0706854C-99F4-4C8E-9678-9F8198FE601C}" type="presParOf" srcId="{F8E97960-A46B-4559-ADD8-28956BDAEE14}" destId="{C87C5AB8-C558-49BA-878E-A817B41B31F3}" srcOrd="0" destOrd="0" presId="urn:microsoft.com/office/officeart/2005/8/layout/arrow2"/>
    <dgm:cxn modelId="{17FF1271-48B2-463B-9E1A-765878E9C079}" type="presParOf" srcId="{F8E97960-A46B-4559-ADD8-28956BDAEE14}" destId="{C6215C3B-54CE-45BC-9F14-828D9E71A6A5}" srcOrd="1" destOrd="0" presId="urn:microsoft.com/office/officeart/2005/8/layout/arrow2"/>
    <dgm:cxn modelId="{B8614AC1-83B1-4341-8B9F-9BAA4EA6B440}" type="presParOf" srcId="{C6215C3B-54CE-45BC-9F14-828D9E71A6A5}" destId="{49C8E152-5A3B-4BEB-B059-65EFAFF8FD8D}" srcOrd="0" destOrd="0" presId="urn:microsoft.com/office/officeart/2005/8/layout/arrow2"/>
    <dgm:cxn modelId="{5BFBB0DC-876A-4DD7-886B-B8D2989D08CF}" type="presParOf" srcId="{C6215C3B-54CE-45BC-9F14-828D9E71A6A5}" destId="{7DC271F4-D999-40C2-939B-C5DB9906970F}" srcOrd="1" destOrd="0" presId="urn:microsoft.com/office/officeart/2005/8/layout/arrow2"/>
    <dgm:cxn modelId="{9AF21883-EE07-4F35-9019-78F5BF8250F4}" type="presParOf" srcId="{C6215C3B-54CE-45BC-9F14-828D9E71A6A5}" destId="{92B10BA7-7894-4132-A0EA-51967AB0759A}" srcOrd="2" destOrd="0" presId="urn:microsoft.com/office/officeart/2005/8/layout/arrow2"/>
    <dgm:cxn modelId="{FD180CE1-5481-4348-B9A0-9EAC6A5B4A0A}" type="presParOf" srcId="{C6215C3B-54CE-45BC-9F14-828D9E71A6A5}" destId="{2BA5A53A-17D6-4C66-8BD4-689370F5F2EB}" srcOrd="3" destOrd="0" presId="urn:microsoft.com/office/officeart/2005/8/layout/arrow2"/>
    <dgm:cxn modelId="{2B73513D-C27A-48BA-999F-4A8C739270E7}" type="presParOf" srcId="{C6215C3B-54CE-45BC-9F14-828D9E71A6A5}" destId="{E141FAD0-E67A-48C9-B9E2-E43E2A2B362E}" srcOrd="4" destOrd="0" presId="urn:microsoft.com/office/officeart/2005/8/layout/arrow2"/>
    <dgm:cxn modelId="{44DF906C-BA45-411A-87B4-11C3870D4302}" type="presParOf" srcId="{C6215C3B-54CE-45BC-9F14-828D9E71A6A5}" destId="{D2D2AC86-54BE-4F0E-96B6-D661651013FB}" srcOrd="5" destOrd="0" presId="urn:microsoft.com/office/officeart/2005/8/layout/arrow2"/>
    <dgm:cxn modelId="{AD4678E3-3783-4F87-8500-0E99F426F1DA}" type="presParOf" srcId="{C6215C3B-54CE-45BC-9F14-828D9E71A6A5}" destId="{743B3C7E-FF7E-4CD7-B2DD-43A7FE7EA127}" srcOrd="6" destOrd="0" presId="urn:microsoft.com/office/officeart/2005/8/layout/arrow2"/>
    <dgm:cxn modelId="{A3790791-5E52-4D59-ADED-B3B917787CC5}" type="presParOf" srcId="{C6215C3B-54CE-45BC-9F14-828D9E71A6A5}" destId="{6DB3A390-D44C-4C01-BD56-1C0671AE6526}" srcOrd="7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DBA601-AD06-43EE-85C7-DA23E45E4C39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C4CE1177-628F-4012-A8DC-5836E6053A91}">
      <dgm:prSet phldrT="[Text]"/>
      <dgm:spPr/>
      <dgm:t>
        <a:bodyPr/>
        <a:lstStyle/>
        <a:p>
          <a:r>
            <a:rPr lang="en-IN" dirty="0" smtClean="0"/>
            <a:t>Descriptive Analytics</a:t>
          </a:r>
          <a:endParaRPr lang="en-IN" dirty="0"/>
        </a:p>
      </dgm:t>
    </dgm:pt>
    <dgm:pt modelId="{455690FA-2AC6-4007-BB4A-B4B43F58CBA1}" type="parTrans" cxnId="{474F868F-FDBB-4185-A102-A56F84DA62CF}">
      <dgm:prSet/>
      <dgm:spPr/>
      <dgm:t>
        <a:bodyPr/>
        <a:lstStyle/>
        <a:p>
          <a:endParaRPr lang="en-IN"/>
        </a:p>
      </dgm:t>
    </dgm:pt>
    <dgm:pt modelId="{9D4666B3-C88C-4B53-AB01-1F04BC2E12E9}" type="sibTrans" cxnId="{474F868F-FDBB-4185-A102-A56F84DA62CF}">
      <dgm:prSet/>
      <dgm:spPr/>
      <dgm:t>
        <a:bodyPr/>
        <a:lstStyle/>
        <a:p>
          <a:endParaRPr lang="en-IN"/>
        </a:p>
      </dgm:t>
    </dgm:pt>
    <dgm:pt modelId="{604901C5-5FD4-4CFB-92FD-EF4FB7A0679B}">
      <dgm:prSet phldrT="[Text]"/>
      <dgm:spPr/>
      <dgm:t>
        <a:bodyPr/>
        <a:lstStyle/>
        <a:p>
          <a:r>
            <a:rPr lang="en-IN" dirty="0" smtClean="0"/>
            <a:t>Cognitive Analytics</a:t>
          </a:r>
          <a:endParaRPr lang="en-IN" dirty="0"/>
        </a:p>
      </dgm:t>
    </dgm:pt>
    <dgm:pt modelId="{7DE99D52-368D-415A-8C15-41D1860440C2}" type="parTrans" cxnId="{6BAC298F-FDBC-4815-82E6-09B7F86C258D}">
      <dgm:prSet/>
      <dgm:spPr/>
      <dgm:t>
        <a:bodyPr/>
        <a:lstStyle/>
        <a:p>
          <a:endParaRPr lang="en-IN"/>
        </a:p>
      </dgm:t>
    </dgm:pt>
    <dgm:pt modelId="{6E8E089E-DC7E-4D01-ABAD-18F533A13970}" type="sibTrans" cxnId="{6BAC298F-FDBC-4815-82E6-09B7F86C258D}">
      <dgm:prSet/>
      <dgm:spPr/>
      <dgm:t>
        <a:bodyPr/>
        <a:lstStyle/>
        <a:p>
          <a:endParaRPr lang="en-IN"/>
        </a:p>
      </dgm:t>
    </dgm:pt>
    <dgm:pt modelId="{3CF328BD-D313-4C4C-A689-C1F5FB8BB9E0}">
      <dgm:prSet phldrT="[Text]"/>
      <dgm:spPr/>
      <dgm:t>
        <a:bodyPr/>
        <a:lstStyle/>
        <a:p>
          <a:r>
            <a:rPr lang="en-IN" dirty="0" smtClean="0"/>
            <a:t>Inferential Analytics</a:t>
          </a:r>
          <a:endParaRPr lang="en-IN" dirty="0"/>
        </a:p>
      </dgm:t>
    </dgm:pt>
    <dgm:pt modelId="{686856A7-A559-4808-BFE0-68ABE885AF7A}" type="parTrans" cxnId="{07602A94-3712-4C5C-88CB-6C01D9A83872}">
      <dgm:prSet/>
      <dgm:spPr/>
      <dgm:t>
        <a:bodyPr/>
        <a:lstStyle/>
        <a:p>
          <a:endParaRPr lang="en-IN"/>
        </a:p>
      </dgm:t>
    </dgm:pt>
    <dgm:pt modelId="{B75C34F7-C9F3-41A3-AA11-47C648D3E864}" type="sibTrans" cxnId="{07602A94-3712-4C5C-88CB-6C01D9A83872}">
      <dgm:prSet/>
      <dgm:spPr/>
      <dgm:t>
        <a:bodyPr/>
        <a:lstStyle/>
        <a:p>
          <a:endParaRPr lang="en-IN"/>
        </a:p>
      </dgm:t>
    </dgm:pt>
    <dgm:pt modelId="{B4F93040-A1F2-4D8E-8EB5-21F1663957E2}">
      <dgm:prSet phldrT="[Text]"/>
      <dgm:spPr/>
      <dgm:t>
        <a:bodyPr/>
        <a:lstStyle/>
        <a:p>
          <a:r>
            <a:rPr lang="en-IN" dirty="0" smtClean="0"/>
            <a:t>Exploratory Analytics</a:t>
          </a:r>
          <a:endParaRPr lang="en-IN" dirty="0"/>
        </a:p>
      </dgm:t>
    </dgm:pt>
    <dgm:pt modelId="{FD62D977-A9FA-47F2-9826-65B9522A37FF}" type="parTrans" cxnId="{EF0BA475-7F8C-4867-A0ED-630D1A49264A}">
      <dgm:prSet/>
      <dgm:spPr/>
      <dgm:t>
        <a:bodyPr/>
        <a:lstStyle/>
        <a:p>
          <a:endParaRPr lang="en-IN"/>
        </a:p>
      </dgm:t>
    </dgm:pt>
    <dgm:pt modelId="{3A8318BA-1B7E-4C1F-BEC4-A9154E3EDC45}" type="sibTrans" cxnId="{EF0BA475-7F8C-4867-A0ED-630D1A49264A}">
      <dgm:prSet/>
      <dgm:spPr/>
      <dgm:t>
        <a:bodyPr/>
        <a:lstStyle/>
        <a:p>
          <a:endParaRPr lang="en-IN"/>
        </a:p>
      </dgm:t>
    </dgm:pt>
    <dgm:pt modelId="{2833483F-C657-4B35-9900-613BF2A2F16B}">
      <dgm:prSet phldrT="[Text]"/>
      <dgm:spPr/>
      <dgm:t>
        <a:bodyPr/>
        <a:lstStyle/>
        <a:p>
          <a:r>
            <a:rPr lang="en-IN" smtClean="0"/>
            <a:t>Predictive </a:t>
          </a:r>
          <a:r>
            <a:rPr lang="en-IN" dirty="0" smtClean="0"/>
            <a:t>Analytics</a:t>
          </a:r>
          <a:endParaRPr lang="en-IN" dirty="0"/>
        </a:p>
      </dgm:t>
    </dgm:pt>
    <dgm:pt modelId="{8636B92D-165D-4A97-BD60-455A74025ACD}" type="parTrans" cxnId="{630C0B91-08C3-4FE7-9FCA-5487C259D25B}">
      <dgm:prSet/>
      <dgm:spPr/>
      <dgm:t>
        <a:bodyPr/>
        <a:lstStyle/>
        <a:p>
          <a:endParaRPr lang="en-IN"/>
        </a:p>
      </dgm:t>
    </dgm:pt>
    <dgm:pt modelId="{54B6F7F4-15B1-4C96-ADF1-117F924FF97C}" type="sibTrans" cxnId="{630C0B91-08C3-4FE7-9FCA-5487C259D25B}">
      <dgm:prSet/>
      <dgm:spPr/>
      <dgm:t>
        <a:bodyPr/>
        <a:lstStyle/>
        <a:p>
          <a:endParaRPr lang="en-IN"/>
        </a:p>
      </dgm:t>
    </dgm:pt>
    <dgm:pt modelId="{854AA43F-8BA7-416E-91E2-7A6E0D8C4928}" type="pres">
      <dgm:prSet presAssocID="{B4DBA601-AD06-43EE-85C7-DA23E45E4C39}" presName="arrowDiagram" presStyleCnt="0">
        <dgm:presLayoutVars>
          <dgm:chMax val="5"/>
          <dgm:dir/>
          <dgm:resizeHandles val="exact"/>
        </dgm:presLayoutVars>
      </dgm:prSet>
      <dgm:spPr/>
    </dgm:pt>
    <dgm:pt modelId="{10C2BD76-CBAC-4C5D-80CA-B1F900309D10}" type="pres">
      <dgm:prSet presAssocID="{B4DBA601-AD06-43EE-85C7-DA23E45E4C39}" presName="arrow" presStyleLbl="bgShp" presStyleIdx="0" presStyleCnt="1"/>
      <dgm:spPr/>
    </dgm:pt>
    <dgm:pt modelId="{74D80481-FF50-44C4-9CE3-9DF80F32C7D2}" type="pres">
      <dgm:prSet presAssocID="{B4DBA601-AD06-43EE-85C7-DA23E45E4C39}" presName="arrowDiagram5" presStyleCnt="0"/>
      <dgm:spPr/>
    </dgm:pt>
    <dgm:pt modelId="{0067D858-5288-4544-94D4-982D77C855A6}" type="pres">
      <dgm:prSet presAssocID="{C4CE1177-628F-4012-A8DC-5836E6053A91}" presName="bullet5a" presStyleLbl="node1" presStyleIdx="0" presStyleCnt="5"/>
      <dgm:spPr/>
    </dgm:pt>
    <dgm:pt modelId="{C8A3D648-771E-4518-8A18-3F2936C30083}" type="pres">
      <dgm:prSet presAssocID="{C4CE1177-628F-4012-A8DC-5836E6053A91}" presName="textBox5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91F423D-D88D-4834-80F0-489E3AC02792}" type="pres">
      <dgm:prSet presAssocID="{3CF328BD-D313-4C4C-A689-C1F5FB8BB9E0}" presName="bullet5b" presStyleLbl="node1" presStyleIdx="1" presStyleCnt="5"/>
      <dgm:spPr/>
    </dgm:pt>
    <dgm:pt modelId="{BA218B25-6288-426E-870D-A7C13C33F0A0}" type="pres">
      <dgm:prSet presAssocID="{3CF328BD-D313-4C4C-A689-C1F5FB8BB9E0}" presName="textBox5b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1C098E2-A51F-40A8-81A9-11C2080BA1C3}" type="pres">
      <dgm:prSet presAssocID="{B4F93040-A1F2-4D8E-8EB5-21F1663957E2}" presName="bullet5c" presStyleLbl="node1" presStyleIdx="2" presStyleCnt="5"/>
      <dgm:spPr/>
    </dgm:pt>
    <dgm:pt modelId="{FA094DC9-6BF9-42A3-BDF8-83CBC40D9E90}" type="pres">
      <dgm:prSet presAssocID="{B4F93040-A1F2-4D8E-8EB5-21F1663957E2}" presName="textBox5c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2BE6102-6524-4955-ACD5-5BD8830D652A}" type="pres">
      <dgm:prSet presAssocID="{2833483F-C657-4B35-9900-613BF2A2F16B}" presName="bullet5d" presStyleLbl="node1" presStyleIdx="3" presStyleCnt="5"/>
      <dgm:spPr/>
    </dgm:pt>
    <dgm:pt modelId="{7B408749-5AEA-4AE7-ADE0-3C43AFF3A477}" type="pres">
      <dgm:prSet presAssocID="{2833483F-C657-4B35-9900-613BF2A2F16B}" presName="textBox5d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56FBD0B-4F80-48D3-95F1-9C51166CC78F}" type="pres">
      <dgm:prSet presAssocID="{604901C5-5FD4-4CFB-92FD-EF4FB7A0679B}" presName="bullet5e" presStyleLbl="node1" presStyleIdx="4" presStyleCnt="5"/>
      <dgm:spPr/>
    </dgm:pt>
    <dgm:pt modelId="{3FC82AB7-78B5-42D1-A6DE-D88F623FC4F9}" type="pres">
      <dgm:prSet presAssocID="{604901C5-5FD4-4CFB-92FD-EF4FB7A0679B}" presName="textBox5e" presStyleLbl="revTx" presStyleIdx="4" presStyleCnt="5" custAng="0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07602A94-3712-4C5C-88CB-6C01D9A83872}" srcId="{B4DBA601-AD06-43EE-85C7-DA23E45E4C39}" destId="{3CF328BD-D313-4C4C-A689-C1F5FB8BB9E0}" srcOrd="1" destOrd="0" parTransId="{686856A7-A559-4808-BFE0-68ABE885AF7A}" sibTransId="{B75C34F7-C9F3-41A3-AA11-47C648D3E864}"/>
    <dgm:cxn modelId="{A86606E2-1D43-4D6D-B40E-77503FAEA1DF}" type="presOf" srcId="{B4DBA601-AD06-43EE-85C7-DA23E45E4C39}" destId="{854AA43F-8BA7-416E-91E2-7A6E0D8C4928}" srcOrd="0" destOrd="0" presId="urn:microsoft.com/office/officeart/2005/8/layout/arrow2"/>
    <dgm:cxn modelId="{474F868F-FDBB-4185-A102-A56F84DA62CF}" srcId="{B4DBA601-AD06-43EE-85C7-DA23E45E4C39}" destId="{C4CE1177-628F-4012-A8DC-5836E6053A91}" srcOrd="0" destOrd="0" parTransId="{455690FA-2AC6-4007-BB4A-B4B43F58CBA1}" sibTransId="{9D4666B3-C88C-4B53-AB01-1F04BC2E12E9}"/>
    <dgm:cxn modelId="{77322FD7-3837-48F1-89CA-2945CAEFA0FE}" type="presOf" srcId="{604901C5-5FD4-4CFB-92FD-EF4FB7A0679B}" destId="{3FC82AB7-78B5-42D1-A6DE-D88F623FC4F9}" srcOrd="0" destOrd="0" presId="urn:microsoft.com/office/officeart/2005/8/layout/arrow2"/>
    <dgm:cxn modelId="{E959737A-C07C-45C3-9C59-35B4F1C80B31}" type="presOf" srcId="{B4F93040-A1F2-4D8E-8EB5-21F1663957E2}" destId="{FA094DC9-6BF9-42A3-BDF8-83CBC40D9E90}" srcOrd="0" destOrd="0" presId="urn:microsoft.com/office/officeart/2005/8/layout/arrow2"/>
    <dgm:cxn modelId="{EEA0200F-1B9E-4C2D-8F5B-A2DDC7BA7647}" type="presOf" srcId="{3CF328BD-D313-4C4C-A689-C1F5FB8BB9E0}" destId="{BA218B25-6288-426E-870D-A7C13C33F0A0}" srcOrd="0" destOrd="0" presId="urn:microsoft.com/office/officeart/2005/8/layout/arrow2"/>
    <dgm:cxn modelId="{6BAC298F-FDBC-4815-82E6-09B7F86C258D}" srcId="{B4DBA601-AD06-43EE-85C7-DA23E45E4C39}" destId="{604901C5-5FD4-4CFB-92FD-EF4FB7A0679B}" srcOrd="4" destOrd="0" parTransId="{7DE99D52-368D-415A-8C15-41D1860440C2}" sibTransId="{6E8E089E-DC7E-4D01-ABAD-18F533A13970}"/>
    <dgm:cxn modelId="{630C0B91-08C3-4FE7-9FCA-5487C259D25B}" srcId="{B4DBA601-AD06-43EE-85C7-DA23E45E4C39}" destId="{2833483F-C657-4B35-9900-613BF2A2F16B}" srcOrd="3" destOrd="0" parTransId="{8636B92D-165D-4A97-BD60-455A74025ACD}" sibTransId="{54B6F7F4-15B1-4C96-ADF1-117F924FF97C}"/>
    <dgm:cxn modelId="{E37FFDF9-98B7-46D5-B08C-8EC7AEBE5CCA}" type="presOf" srcId="{2833483F-C657-4B35-9900-613BF2A2F16B}" destId="{7B408749-5AEA-4AE7-ADE0-3C43AFF3A477}" srcOrd="0" destOrd="0" presId="urn:microsoft.com/office/officeart/2005/8/layout/arrow2"/>
    <dgm:cxn modelId="{EF0BA475-7F8C-4867-A0ED-630D1A49264A}" srcId="{B4DBA601-AD06-43EE-85C7-DA23E45E4C39}" destId="{B4F93040-A1F2-4D8E-8EB5-21F1663957E2}" srcOrd="2" destOrd="0" parTransId="{FD62D977-A9FA-47F2-9826-65B9522A37FF}" sibTransId="{3A8318BA-1B7E-4C1F-BEC4-A9154E3EDC45}"/>
    <dgm:cxn modelId="{62249BAB-7D9F-4120-891D-B4E058378A70}" type="presOf" srcId="{C4CE1177-628F-4012-A8DC-5836E6053A91}" destId="{C8A3D648-771E-4518-8A18-3F2936C30083}" srcOrd="0" destOrd="0" presId="urn:microsoft.com/office/officeart/2005/8/layout/arrow2"/>
    <dgm:cxn modelId="{CC2D9904-B769-49C7-B396-A76C8C0910BA}" type="presParOf" srcId="{854AA43F-8BA7-416E-91E2-7A6E0D8C4928}" destId="{10C2BD76-CBAC-4C5D-80CA-B1F900309D10}" srcOrd="0" destOrd="0" presId="urn:microsoft.com/office/officeart/2005/8/layout/arrow2"/>
    <dgm:cxn modelId="{70614D7F-E05D-4C2F-BC59-44E73368BFD4}" type="presParOf" srcId="{854AA43F-8BA7-416E-91E2-7A6E0D8C4928}" destId="{74D80481-FF50-44C4-9CE3-9DF80F32C7D2}" srcOrd="1" destOrd="0" presId="urn:microsoft.com/office/officeart/2005/8/layout/arrow2"/>
    <dgm:cxn modelId="{0E1D0C1E-2097-4509-8ED3-CE70D77AA94C}" type="presParOf" srcId="{74D80481-FF50-44C4-9CE3-9DF80F32C7D2}" destId="{0067D858-5288-4544-94D4-982D77C855A6}" srcOrd="0" destOrd="0" presId="urn:microsoft.com/office/officeart/2005/8/layout/arrow2"/>
    <dgm:cxn modelId="{FB85A0D3-7495-4DCC-B80E-5BBB5CD54ED9}" type="presParOf" srcId="{74D80481-FF50-44C4-9CE3-9DF80F32C7D2}" destId="{C8A3D648-771E-4518-8A18-3F2936C30083}" srcOrd="1" destOrd="0" presId="urn:microsoft.com/office/officeart/2005/8/layout/arrow2"/>
    <dgm:cxn modelId="{A11CFE7F-9FB6-42E6-89B1-87DC829347C9}" type="presParOf" srcId="{74D80481-FF50-44C4-9CE3-9DF80F32C7D2}" destId="{691F423D-D88D-4834-80F0-489E3AC02792}" srcOrd="2" destOrd="0" presId="urn:microsoft.com/office/officeart/2005/8/layout/arrow2"/>
    <dgm:cxn modelId="{48245304-80CC-4AD3-8DE0-580066FEBF17}" type="presParOf" srcId="{74D80481-FF50-44C4-9CE3-9DF80F32C7D2}" destId="{BA218B25-6288-426E-870D-A7C13C33F0A0}" srcOrd="3" destOrd="0" presId="urn:microsoft.com/office/officeart/2005/8/layout/arrow2"/>
    <dgm:cxn modelId="{BF11A3F9-94EA-45C3-A743-D7C38701DF79}" type="presParOf" srcId="{74D80481-FF50-44C4-9CE3-9DF80F32C7D2}" destId="{E1C098E2-A51F-40A8-81A9-11C2080BA1C3}" srcOrd="4" destOrd="0" presId="urn:microsoft.com/office/officeart/2005/8/layout/arrow2"/>
    <dgm:cxn modelId="{714A6A57-14DE-4F47-B39B-7FECD9B09967}" type="presParOf" srcId="{74D80481-FF50-44C4-9CE3-9DF80F32C7D2}" destId="{FA094DC9-6BF9-42A3-BDF8-83CBC40D9E90}" srcOrd="5" destOrd="0" presId="urn:microsoft.com/office/officeart/2005/8/layout/arrow2"/>
    <dgm:cxn modelId="{CDFDE923-5656-4E94-84E3-D2C91D7D4CE4}" type="presParOf" srcId="{74D80481-FF50-44C4-9CE3-9DF80F32C7D2}" destId="{32BE6102-6524-4955-ACD5-5BD8830D652A}" srcOrd="6" destOrd="0" presId="urn:microsoft.com/office/officeart/2005/8/layout/arrow2"/>
    <dgm:cxn modelId="{468B4C91-509C-4472-9868-8E47341723F8}" type="presParOf" srcId="{74D80481-FF50-44C4-9CE3-9DF80F32C7D2}" destId="{7B408749-5AEA-4AE7-ADE0-3C43AFF3A477}" srcOrd="7" destOrd="0" presId="urn:microsoft.com/office/officeart/2005/8/layout/arrow2"/>
    <dgm:cxn modelId="{F240B4AA-7297-4C38-8E10-03C3DF8812AA}" type="presParOf" srcId="{74D80481-FF50-44C4-9CE3-9DF80F32C7D2}" destId="{E56FBD0B-4F80-48D3-95F1-9C51166CC78F}" srcOrd="8" destOrd="0" presId="urn:microsoft.com/office/officeart/2005/8/layout/arrow2"/>
    <dgm:cxn modelId="{2E23937E-9493-436A-B233-7CFF5ED4D7C6}" type="presParOf" srcId="{74D80481-FF50-44C4-9CE3-9DF80F32C7D2}" destId="{3FC82AB7-78B5-42D1-A6DE-D88F623FC4F9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BC8FD6-1422-4702-9984-D8DDC970F626}" type="doc">
      <dgm:prSet loTypeId="urn:microsoft.com/office/officeart/2005/8/layout/vList3#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9A510EF-98C6-4D3B-8B8B-D00705C8A51E}">
      <dgm:prSet/>
      <dgm:spPr/>
      <dgm:t>
        <a:bodyPr/>
        <a:lstStyle/>
        <a:p>
          <a:pPr rtl="0"/>
          <a:r>
            <a:rPr lang="en-IN" b="1" dirty="0" smtClean="0"/>
            <a:t>In Today’s scenario, </a:t>
          </a:r>
          <a:endParaRPr lang="en-IN" dirty="0"/>
        </a:p>
      </dgm:t>
    </dgm:pt>
    <dgm:pt modelId="{C642E070-926E-42E5-8571-8F6503726510}" type="parTrans" cxnId="{7E2AFA09-3354-46E2-9DA8-CE74A595EC80}">
      <dgm:prSet/>
      <dgm:spPr/>
      <dgm:t>
        <a:bodyPr/>
        <a:lstStyle/>
        <a:p>
          <a:endParaRPr lang="en-IN"/>
        </a:p>
      </dgm:t>
    </dgm:pt>
    <dgm:pt modelId="{6A42CB59-69FA-414F-B6E3-2339BA57B41E}" type="sibTrans" cxnId="{7E2AFA09-3354-46E2-9DA8-CE74A595EC80}">
      <dgm:prSet/>
      <dgm:spPr/>
      <dgm:t>
        <a:bodyPr/>
        <a:lstStyle/>
        <a:p>
          <a:endParaRPr lang="en-IN"/>
        </a:p>
      </dgm:t>
    </dgm:pt>
    <dgm:pt modelId="{1A95BAC0-0974-483E-934F-640612105FCC}">
      <dgm:prSet/>
      <dgm:spPr/>
      <dgm:t>
        <a:bodyPr/>
        <a:lstStyle/>
        <a:p>
          <a:pPr rtl="0"/>
          <a:r>
            <a:rPr lang="en-IN" b="1" dirty="0" smtClean="0"/>
            <a:t>Machines can See</a:t>
          </a:r>
          <a:endParaRPr lang="en-IN" dirty="0"/>
        </a:p>
      </dgm:t>
    </dgm:pt>
    <dgm:pt modelId="{4B5EDDA0-5368-486D-803D-BF7590620D68}" type="parTrans" cxnId="{9ABDAD48-A9EB-4194-8DA9-3F8C163EC44D}">
      <dgm:prSet/>
      <dgm:spPr/>
      <dgm:t>
        <a:bodyPr/>
        <a:lstStyle/>
        <a:p>
          <a:endParaRPr lang="en-IN"/>
        </a:p>
      </dgm:t>
    </dgm:pt>
    <dgm:pt modelId="{DD1C49B4-13B0-42CF-84F4-D5E70B1B198B}" type="sibTrans" cxnId="{9ABDAD48-A9EB-4194-8DA9-3F8C163EC44D}">
      <dgm:prSet/>
      <dgm:spPr/>
      <dgm:t>
        <a:bodyPr/>
        <a:lstStyle/>
        <a:p>
          <a:endParaRPr lang="en-IN"/>
        </a:p>
      </dgm:t>
    </dgm:pt>
    <dgm:pt modelId="{BC68E49E-3E11-44F5-86DE-BEBC548D7854}">
      <dgm:prSet/>
      <dgm:spPr/>
      <dgm:t>
        <a:bodyPr/>
        <a:lstStyle/>
        <a:p>
          <a:pPr rtl="0"/>
          <a:r>
            <a:rPr lang="en-IN" b="1" dirty="0" smtClean="0"/>
            <a:t>Machines can talk</a:t>
          </a:r>
          <a:endParaRPr lang="en-IN" dirty="0"/>
        </a:p>
      </dgm:t>
    </dgm:pt>
    <dgm:pt modelId="{1DA0CA66-0A9B-4279-A4A0-FE958E901728}" type="parTrans" cxnId="{3D1BADF7-E307-4D1C-8B77-1629A8112F07}">
      <dgm:prSet/>
      <dgm:spPr/>
      <dgm:t>
        <a:bodyPr/>
        <a:lstStyle/>
        <a:p>
          <a:endParaRPr lang="en-IN"/>
        </a:p>
      </dgm:t>
    </dgm:pt>
    <dgm:pt modelId="{0292C3FD-7887-47CE-8EA4-6846739C4E5A}" type="sibTrans" cxnId="{3D1BADF7-E307-4D1C-8B77-1629A8112F07}">
      <dgm:prSet/>
      <dgm:spPr/>
      <dgm:t>
        <a:bodyPr/>
        <a:lstStyle/>
        <a:p>
          <a:endParaRPr lang="en-IN"/>
        </a:p>
      </dgm:t>
    </dgm:pt>
    <dgm:pt modelId="{BF3DC8D7-46DA-4450-A508-E7C2C5FEA2FD}">
      <dgm:prSet/>
      <dgm:spPr/>
      <dgm:t>
        <a:bodyPr/>
        <a:lstStyle/>
        <a:p>
          <a:pPr rtl="0"/>
          <a:r>
            <a:rPr lang="en-IN" b="1" dirty="0" smtClean="0"/>
            <a:t>Machines can play  games</a:t>
          </a:r>
          <a:endParaRPr lang="en-IN" dirty="0"/>
        </a:p>
      </dgm:t>
    </dgm:pt>
    <dgm:pt modelId="{41E7365B-60EA-4E6F-BA5A-F674B3C8AF9B}" type="parTrans" cxnId="{FA64821F-4E1E-460A-A4D3-DA85016248AD}">
      <dgm:prSet/>
      <dgm:spPr/>
      <dgm:t>
        <a:bodyPr/>
        <a:lstStyle/>
        <a:p>
          <a:endParaRPr lang="en-IN"/>
        </a:p>
      </dgm:t>
    </dgm:pt>
    <dgm:pt modelId="{58DAF69B-0EA8-4DFB-AA02-1B876018248A}" type="sibTrans" cxnId="{FA64821F-4E1E-460A-A4D3-DA85016248AD}">
      <dgm:prSet/>
      <dgm:spPr/>
      <dgm:t>
        <a:bodyPr/>
        <a:lstStyle/>
        <a:p>
          <a:endParaRPr lang="en-IN"/>
        </a:p>
      </dgm:t>
    </dgm:pt>
    <dgm:pt modelId="{25BD2C1E-0539-4963-AAD0-687415F38C27}">
      <dgm:prSet/>
      <dgm:spPr/>
      <dgm:t>
        <a:bodyPr/>
        <a:lstStyle/>
        <a:p>
          <a:pPr rtl="0"/>
          <a:r>
            <a:rPr lang="en-IN" b="1" dirty="0" smtClean="0"/>
            <a:t>Machines can listen to you</a:t>
          </a:r>
          <a:endParaRPr lang="en-IN" dirty="0"/>
        </a:p>
      </dgm:t>
    </dgm:pt>
    <dgm:pt modelId="{E3C1C267-369B-4F2D-8F96-E4D36023C31F}" type="parTrans" cxnId="{C88137D9-50FF-4726-BA89-2D7DAF0112B0}">
      <dgm:prSet/>
      <dgm:spPr/>
      <dgm:t>
        <a:bodyPr/>
        <a:lstStyle/>
        <a:p>
          <a:endParaRPr lang="en-IN"/>
        </a:p>
      </dgm:t>
    </dgm:pt>
    <dgm:pt modelId="{63880FF6-3C44-4355-91BE-18512701BA14}" type="sibTrans" cxnId="{C88137D9-50FF-4726-BA89-2D7DAF0112B0}">
      <dgm:prSet/>
      <dgm:spPr/>
      <dgm:t>
        <a:bodyPr/>
        <a:lstStyle/>
        <a:p>
          <a:endParaRPr lang="en-IN"/>
        </a:p>
      </dgm:t>
    </dgm:pt>
    <dgm:pt modelId="{21E339A5-22F6-42DD-A3E7-4594EC98608F}">
      <dgm:prSet/>
      <dgm:spPr/>
      <dgm:t>
        <a:bodyPr/>
        <a:lstStyle/>
        <a:p>
          <a:pPr rtl="0"/>
          <a:r>
            <a:rPr lang="en-IN" b="1" dirty="0" smtClean="0"/>
            <a:t>Machines can draw</a:t>
          </a:r>
          <a:endParaRPr lang="en-IN" dirty="0"/>
        </a:p>
      </dgm:t>
    </dgm:pt>
    <dgm:pt modelId="{703F077C-C268-49AD-908B-1A5542502F1D}" type="parTrans" cxnId="{6172B4A0-4509-46C5-BA45-350C84711D06}">
      <dgm:prSet/>
      <dgm:spPr/>
      <dgm:t>
        <a:bodyPr/>
        <a:lstStyle/>
        <a:p>
          <a:endParaRPr lang="en-IN"/>
        </a:p>
      </dgm:t>
    </dgm:pt>
    <dgm:pt modelId="{9CD786BF-8675-4A3C-81F5-604CDA04FB2D}" type="sibTrans" cxnId="{6172B4A0-4509-46C5-BA45-350C84711D06}">
      <dgm:prSet/>
      <dgm:spPr/>
      <dgm:t>
        <a:bodyPr/>
        <a:lstStyle/>
        <a:p>
          <a:endParaRPr lang="en-IN"/>
        </a:p>
      </dgm:t>
    </dgm:pt>
    <dgm:pt modelId="{561B1E4B-A5AC-4761-B0AA-80C58E3A18D2}">
      <dgm:prSet/>
      <dgm:spPr/>
      <dgm:t>
        <a:bodyPr/>
        <a:lstStyle/>
        <a:p>
          <a:pPr rtl="0"/>
          <a:r>
            <a:rPr lang="en-IN" b="1" dirty="0" smtClean="0"/>
            <a:t>Machines can write</a:t>
          </a:r>
          <a:endParaRPr lang="en-IN" dirty="0"/>
        </a:p>
      </dgm:t>
    </dgm:pt>
    <dgm:pt modelId="{E3C2249E-051B-4E79-8FAF-B72D631E9FF9}" type="parTrans" cxnId="{6B1E716E-FB0A-48B2-9F15-10EA5902097B}">
      <dgm:prSet/>
      <dgm:spPr/>
      <dgm:t>
        <a:bodyPr/>
        <a:lstStyle/>
        <a:p>
          <a:endParaRPr lang="en-IN"/>
        </a:p>
      </dgm:t>
    </dgm:pt>
    <dgm:pt modelId="{80700258-F464-4E81-82D4-2EB03631D8EF}" type="sibTrans" cxnId="{6B1E716E-FB0A-48B2-9F15-10EA5902097B}">
      <dgm:prSet/>
      <dgm:spPr/>
      <dgm:t>
        <a:bodyPr/>
        <a:lstStyle/>
        <a:p>
          <a:endParaRPr lang="en-IN"/>
        </a:p>
      </dgm:t>
    </dgm:pt>
    <dgm:pt modelId="{173AEE55-7711-478C-B909-32F9D54AEE76}">
      <dgm:prSet/>
      <dgm:spPr/>
      <dgm:t>
        <a:bodyPr/>
        <a:lstStyle/>
        <a:p>
          <a:pPr rtl="0"/>
          <a:r>
            <a:rPr lang="en-IN" b="1" dirty="0" smtClean="0"/>
            <a:t>Machines can read</a:t>
          </a:r>
          <a:endParaRPr lang="en-IN" dirty="0"/>
        </a:p>
      </dgm:t>
    </dgm:pt>
    <dgm:pt modelId="{A7946B39-9785-4AB6-BE52-2245A1B8453F}" type="parTrans" cxnId="{5352C88D-ECC9-40E1-B65D-ECD932389092}">
      <dgm:prSet/>
      <dgm:spPr/>
      <dgm:t>
        <a:bodyPr/>
        <a:lstStyle/>
        <a:p>
          <a:endParaRPr lang="en-IN"/>
        </a:p>
      </dgm:t>
    </dgm:pt>
    <dgm:pt modelId="{EEAE1FD0-B876-4377-8D2C-FE6AA2368A7C}" type="sibTrans" cxnId="{5352C88D-ECC9-40E1-B65D-ECD932389092}">
      <dgm:prSet/>
      <dgm:spPr/>
      <dgm:t>
        <a:bodyPr/>
        <a:lstStyle/>
        <a:p>
          <a:endParaRPr lang="en-IN"/>
        </a:p>
      </dgm:t>
    </dgm:pt>
    <dgm:pt modelId="{5DAEC729-F8F0-4C4E-BE60-E08EB22D3083}">
      <dgm:prSet/>
      <dgm:spPr/>
      <dgm:t>
        <a:bodyPr/>
        <a:lstStyle/>
        <a:p>
          <a:pPr rtl="0"/>
          <a:r>
            <a:rPr lang="en-IN" b="1" dirty="0" smtClean="0"/>
            <a:t>Machines can monitor your home</a:t>
          </a:r>
          <a:endParaRPr lang="en-IN" dirty="0"/>
        </a:p>
      </dgm:t>
    </dgm:pt>
    <dgm:pt modelId="{05E2B6D1-65DF-4545-A636-A85C2D87F683}" type="parTrans" cxnId="{52A2137B-B9BA-4C3B-AD18-F1CB5CA7D7B8}">
      <dgm:prSet/>
      <dgm:spPr/>
      <dgm:t>
        <a:bodyPr/>
        <a:lstStyle/>
        <a:p>
          <a:endParaRPr lang="en-IN"/>
        </a:p>
      </dgm:t>
    </dgm:pt>
    <dgm:pt modelId="{7326CED8-EB2F-4BBC-BDD4-4FFE74540E1F}" type="sibTrans" cxnId="{52A2137B-B9BA-4C3B-AD18-F1CB5CA7D7B8}">
      <dgm:prSet/>
      <dgm:spPr/>
      <dgm:t>
        <a:bodyPr/>
        <a:lstStyle/>
        <a:p>
          <a:endParaRPr lang="en-IN"/>
        </a:p>
      </dgm:t>
    </dgm:pt>
    <dgm:pt modelId="{B5F8EE80-9D67-41C1-852C-394F162DF8AD}">
      <dgm:prSet/>
      <dgm:spPr/>
      <dgm:t>
        <a:bodyPr/>
        <a:lstStyle/>
        <a:p>
          <a:pPr rtl="0"/>
          <a:r>
            <a:rPr lang="en-IN" b="1" dirty="0" smtClean="0"/>
            <a:t>Machines can predict what you are going to buy</a:t>
          </a:r>
          <a:endParaRPr lang="en-IN" dirty="0"/>
        </a:p>
      </dgm:t>
    </dgm:pt>
    <dgm:pt modelId="{B19BF1D9-E487-44B7-B12A-34EA92D76807}" type="parTrans" cxnId="{3E920C0E-5886-4503-BE39-EE03613347EF}">
      <dgm:prSet/>
      <dgm:spPr/>
      <dgm:t>
        <a:bodyPr/>
        <a:lstStyle/>
        <a:p>
          <a:endParaRPr lang="en-IN"/>
        </a:p>
      </dgm:t>
    </dgm:pt>
    <dgm:pt modelId="{B0AAA243-7BD4-4223-A355-8B4BB377A71B}" type="sibTrans" cxnId="{3E920C0E-5886-4503-BE39-EE03613347EF}">
      <dgm:prSet/>
      <dgm:spPr/>
      <dgm:t>
        <a:bodyPr/>
        <a:lstStyle/>
        <a:p>
          <a:endParaRPr lang="en-IN"/>
        </a:p>
      </dgm:t>
    </dgm:pt>
    <dgm:pt modelId="{9EDCDED4-D860-4C7A-9522-6E4C7AB0FFAA}">
      <dgm:prSet/>
      <dgm:spPr/>
      <dgm:t>
        <a:bodyPr/>
        <a:lstStyle/>
        <a:p>
          <a:pPr rtl="0"/>
          <a:r>
            <a:rPr lang="en-IN" b="1" dirty="0" smtClean="0"/>
            <a:t>Machines can help you decide which stock to buy</a:t>
          </a:r>
          <a:endParaRPr lang="en-IN" dirty="0"/>
        </a:p>
      </dgm:t>
    </dgm:pt>
    <dgm:pt modelId="{1298AF2B-6C34-47C1-877B-504A84EADFEA}" type="parTrans" cxnId="{0A9B43D2-159F-429A-BC8F-9B3C3C2F2BA4}">
      <dgm:prSet/>
      <dgm:spPr/>
      <dgm:t>
        <a:bodyPr/>
        <a:lstStyle/>
        <a:p>
          <a:endParaRPr lang="en-IN"/>
        </a:p>
      </dgm:t>
    </dgm:pt>
    <dgm:pt modelId="{70E0F889-374F-4879-B43A-F3800E05AF66}" type="sibTrans" cxnId="{0A9B43D2-159F-429A-BC8F-9B3C3C2F2BA4}">
      <dgm:prSet/>
      <dgm:spPr/>
      <dgm:t>
        <a:bodyPr/>
        <a:lstStyle/>
        <a:p>
          <a:endParaRPr lang="en-IN"/>
        </a:p>
      </dgm:t>
    </dgm:pt>
    <dgm:pt modelId="{F3B06F70-2586-4616-B681-351356B7C1F1}">
      <dgm:prSet/>
      <dgm:spPr/>
      <dgm:t>
        <a:bodyPr/>
        <a:lstStyle/>
        <a:p>
          <a:pPr rtl="0"/>
          <a:r>
            <a:rPr lang="en-IN" b="1" dirty="0" smtClean="0"/>
            <a:t>Machines can help you decide which recipe to make</a:t>
          </a:r>
          <a:endParaRPr lang="en-IN" dirty="0"/>
        </a:p>
      </dgm:t>
    </dgm:pt>
    <dgm:pt modelId="{35907F6E-D927-4363-9D76-D25AC6D2A1B4}" type="parTrans" cxnId="{8503D354-D330-4795-8A1D-C39D95EEAFB7}">
      <dgm:prSet/>
      <dgm:spPr/>
      <dgm:t>
        <a:bodyPr/>
        <a:lstStyle/>
        <a:p>
          <a:endParaRPr lang="en-IN"/>
        </a:p>
      </dgm:t>
    </dgm:pt>
    <dgm:pt modelId="{811A12ED-F7DA-4570-B09A-1D12F5864859}" type="sibTrans" cxnId="{8503D354-D330-4795-8A1D-C39D95EEAFB7}">
      <dgm:prSet/>
      <dgm:spPr/>
      <dgm:t>
        <a:bodyPr/>
        <a:lstStyle/>
        <a:p>
          <a:endParaRPr lang="en-IN"/>
        </a:p>
      </dgm:t>
    </dgm:pt>
    <dgm:pt modelId="{FB74C552-EB4C-4075-B8AC-00FC3F79F3D4}">
      <dgm:prSet/>
      <dgm:spPr/>
      <dgm:t>
        <a:bodyPr/>
        <a:lstStyle/>
        <a:p>
          <a:pPr rtl="0"/>
          <a:r>
            <a:rPr lang="en-IN" b="1" dirty="0" smtClean="0"/>
            <a:t>Machines can help you decide on which route to take to office</a:t>
          </a:r>
          <a:endParaRPr lang="en-IN" dirty="0"/>
        </a:p>
      </dgm:t>
    </dgm:pt>
    <dgm:pt modelId="{CE621C26-0E4B-45EF-A166-25584322D54A}" type="parTrans" cxnId="{8B6AA8EA-8D92-49FD-9F31-679880697FF7}">
      <dgm:prSet/>
      <dgm:spPr/>
      <dgm:t>
        <a:bodyPr/>
        <a:lstStyle/>
        <a:p>
          <a:endParaRPr lang="en-IN"/>
        </a:p>
      </dgm:t>
    </dgm:pt>
    <dgm:pt modelId="{9AC1AE1D-04C7-44B2-9600-3598C5B21D33}" type="sibTrans" cxnId="{8B6AA8EA-8D92-49FD-9F31-679880697FF7}">
      <dgm:prSet/>
      <dgm:spPr/>
      <dgm:t>
        <a:bodyPr/>
        <a:lstStyle/>
        <a:p>
          <a:endParaRPr lang="en-IN"/>
        </a:p>
      </dgm:t>
    </dgm:pt>
    <dgm:pt modelId="{4C5D57E5-6F89-4D34-BE88-5FAD9AD72262}">
      <dgm:prSet/>
      <dgm:spPr/>
      <dgm:t>
        <a:bodyPr/>
        <a:lstStyle/>
        <a:p>
          <a:pPr rtl="0"/>
          <a:r>
            <a:rPr lang="en-IN" b="1" dirty="0" smtClean="0"/>
            <a:t>Machines can help you decide what to learn next</a:t>
          </a:r>
          <a:endParaRPr lang="en-IN" dirty="0"/>
        </a:p>
      </dgm:t>
    </dgm:pt>
    <dgm:pt modelId="{5C66A626-D24A-422F-92BA-88764CA2D78D}" type="parTrans" cxnId="{9753C927-0BE4-4EC2-9158-D73E126954F4}">
      <dgm:prSet/>
      <dgm:spPr/>
      <dgm:t>
        <a:bodyPr/>
        <a:lstStyle/>
        <a:p>
          <a:endParaRPr lang="en-IN"/>
        </a:p>
      </dgm:t>
    </dgm:pt>
    <dgm:pt modelId="{03C040A5-2DFF-4732-B633-39FA18D988FC}" type="sibTrans" cxnId="{9753C927-0BE4-4EC2-9158-D73E126954F4}">
      <dgm:prSet/>
      <dgm:spPr/>
      <dgm:t>
        <a:bodyPr/>
        <a:lstStyle/>
        <a:p>
          <a:endParaRPr lang="en-IN"/>
        </a:p>
      </dgm:t>
    </dgm:pt>
    <dgm:pt modelId="{610940B5-AB13-4B53-8769-8BDBFF861FA4}">
      <dgm:prSet/>
      <dgm:spPr/>
      <dgm:t>
        <a:bodyPr/>
        <a:lstStyle/>
        <a:p>
          <a:pPr rtl="0"/>
          <a:r>
            <a:rPr lang="en-IN" b="1" dirty="0" smtClean="0"/>
            <a:t>Machine can help you choose your life partner</a:t>
          </a:r>
          <a:endParaRPr lang="en-IN" dirty="0"/>
        </a:p>
      </dgm:t>
    </dgm:pt>
    <dgm:pt modelId="{E662320E-6D35-46B3-B1B5-8377F7D25288}" type="parTrans" cxnId="{46B5818C-FA9D-42AD-B57F-16E459A179DA}">
      <dgm:prSet/>
      <dgm:spPr/>
      <dgm:t>
        <a:bodyPr/>
        <a:lstStyle/>
        <a:p>
          <a:endParaRPr lang="en-IN"/>
        </a:p>
      </dgm:t>
    </dgm:pt>
    <dgm:pt modelId="{58181148-FACB-4DAD-A783-93B6B821C193}" type="sibTrans" cxnId="{46B5818C-FA9D-42AD-B57F-16E459A179DA}">
      <dgm:prSet/>
      <dgm:spPr/>
      <dgm:t>
        <a:bodyPr/>
        <a:lstStyle/>
        <a:p>
          <a:endParaRPr lang="en-IN"/>
        </a:p>
      </dgm:t>
    </dgm:pt>
    <dgm:pt modelId="{8BF8C6D3-D57B-4777-B92C-0C0AB7953F2D}">
      <dgm:prSet/>
      <dgm:spPr/>
      <dgm:t>
        <a:bodyPr/>
        <a:lstStyle/>
        <a:p>
          <a:pPr rtl="0"/>
          <a:r>
            <a:rPr lang="en-IN" b="1" dirty="0" smtClean="0"/>
            <a:t>Machines can help you  navigate</a:t>
          </a:r>
          <a:endParaRPr lang="en-IN" dirty="0"/>
        </a:p>
      </dgm:t>
    </dgm:pt>
    <dgm:pt modelId="{CE54237F-F03B-4AEA-8B79-C44A370732D0}" type="parTrans" cxnId="{1810EBEA-938B-418E-A73A-C8F3EAF793A6}">
      <dgm:prSet/>
      <dgm:spPr/>
      <dgm:t>
        <a:bodyPr/>
        <a:lstStyle/>
        <a:p>
          <a:endParaRPr lang="en-IN"/>
        </a:p>
      </dgm:t>
    </dgm:pt>
    <dgm:pt modelId="{00FCBABF-0EF7-4CF5-81D2-C62BBAE7ED97}" type="sibTrans" cxnId="{1810EBEA-938B-418E-A73A-C8F3EAF793A6}">
      <dgm:prSet/>
      <dgm:spPr/>
      <dgm:t>
        <a:bodyPr/>
        <a:lstStyle/>
        <a:p>
          <a:endParaRPr lang="en-IN"/>
        </a:p>
      </dgm:t>
    </dgm:pt>
    <dgm:pt modelId="{F8293030-721E-46A7-8695-A228C8E160E5}">
      <dgm:prSet/>
      <dgm:spPr/>
      <dgm:t>
        <a:bodyPr/>
        <a:lstStyle/>
        <a:p>
          <a:pPr rtl="0"/>
          <a:r>
            <a:rPr lang="en-IN" b="1" dirty="0" smtClean="0"/>
            <a:t>Machines can help you shop</a:t>
          </a:r>
          <a:endParaRPr lang="en-IN" dirty="0"/>
        </a:p>
      </dgm:t>
    </dgm:pt>
    <dgm:pt modelId="{31441509-B239-4FE3-A47B-69EA76AA0041}" type="parTrans" cxnId="{2FA26255-078C-4093-B3C4-EE432232D5E3}">
      <dgm:prSet/>
      <dgm:spPr/>
      <dgm:t>
        <a:bodyPr/>
        <a:lstStyle/>
        <a:p>
          <a:endParaRPr lang="en-IN"/>
        </a:p>
      </dgm:t>
    </dgm:pt>
    <dgm:pt modelId="{68BB9791-0E5F-4A95-B06B-2D2D98D9D21E}" type="sibTrans" cxnId="{2FA26255-078C-4093-B3C4-EE432232D5E3}">
      <dgm:prSet/>
      <dgm:spPr/>
      <dgm:t>
        <a:bodyPr/>
        <a:lstStyle/>
        <a:p>
          <a:endParaRPr lang="en-IN"/>
        </a:p>
      </dgm:t>
    </dgm:pt>
    <dgm:pt modelId="{FF86C849-A58D-44A8-924E-78C2244CA933}">
      <dgm:prSet/>
      <dgm:spPr/>
      <dgm:t>
        <a:bodyPr/>
        <a:lstStyle/>
        <a:p>
          <a:pPr rtl="0"/>
          <a:r>
            <a:rPr lang="en-IN" b="1" dirty="0" smtClean="0"/>
            <a:t>Machines can argue for you;</a:t>
          </a:r>
          <a:endParaRPr lang="en-IN" dirty="0"/>
        </a:p>
      </dgm:t>
    </dgm:pt>
    <dgm:pt modelId="{E2A95202-79C8-499E-86FD-2B0A4AB59922}" type="parTrans" cxnId="{A026A5B4-803E-47D1-98FA-213492C432AE}">
      <dgm:prSet/>
      <dgm:spPr/>
      <dgm:t>
        <a:bodyPr/>
        <a:lstStyle/>
        <a:p>
          <a:endParaRPr lang="en-IN"/>
        </a:p>
      </dgm:t>
    </dgm:pt>
    <dgm:pt modelId="{AEDC665F-2488-4A04-935C-17A5336B3DF7}" type="sibTrans" cxnId="{A026A5B4-803E-47D1-98FA-213492C432AE}">
      <dgm:prSet/>
      <dgm:spPr/>
      <dgm:t>
        <a:bodyPr/>
        <a:lstStyle/>
        <a:p>
          <a:endParaRPr lang="en-IN"/>
        </a:p>
      </dgm:t>
    </dgm:pt>
    <dgm:pt modelId="{7BB6F0AA-AE4C-4282-A3F7-91ECE1E1F714}" type="pres">
      <dgm:prSet presAssocID="{7BBC8FD6-1422-4702-9984-D8DDC970F626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3E29C79-7225-4905-AC2F-40BC19509A03}" type="pres">
      <dgm:prSet presAssocID="{69A510EF-98C6-4D3B-8B8B-D00705C8A51E}" presName="composite" presStyleCnt="0"/>
      <dgm:spPr/>
    </dgm:pt>
    <dgm:pt modelId="{28420787-783B-4B8A-8BAB-9D879EE1EA29}" type="pres">
      <dgm:prSet presAssocID="{69A510EF-98C6-4D3B-8B8B-D00705C8A51E}" presName="imgShp" presStyleLbl="fgImgPlace1" presStyleIdx="0" presStyleCnt="18"/>
      <dgm:spPr/>
    </dgm:pt>
    <dgm:pt modelId="{0E87DBEC-0703-4B3F-A0C1-3F9978A66E54}" type="pres">
      <dgm:prSet presAssocID="{69A510EF-98C6-4D3B-8B8B-D00705C8A51E}" presName="txShp" presStyleLbl="node1" presStyleIdx="0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32E832-A2BB-4EC2-94E8-A0252F3E3E56}" type="pres">
      <dgm:prSet presAssocID="{6A42CB59-69FA-414F-B6E3-2339BA57B41E}" presName="spacing" presStyleCnt="0"/>
      <dgm:spPr/>
    </dgm:pt>
    <dgm:pt modelId="{16087FBC-FDD1-4143-88D7-D73E0ED0383E}" type="pres">
      <dgm:prSet presAssocID="{1A95BAC0-0974-483E-934F-640612105FCC}" presName="composite" presStyleCnt="0"/>
      <dgm:spPr/>
    </dgm:pt>
    <dgm:pt modelId="{13E6125F-2A1F-4558-8B7E-22C8E1FC29B3}" type="pres">
      <dgm:prSet presAssocID="{1A95BAC0-0974-483E-934F-640612105FCC}" presName="imgShp" presStyleLbl="fgImgPlace1" presStyleIdx="1" presStyleCnt="18"/>
      <dgm:spPr/>
    </dgm:pt>
    <dgm:pt modelId="{F817F358-E295-483A-9E67-A2370146CFA5}" type="pres">
      <dgm:prSet presAssocID="{1A95BAC0-0974-483E-934F-640612105FCC}" presName="txShp" presStyleLbl="node1" presStyleIdx="1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3FCEE35-6816-4A54-8BED-0E41C51BBDEA}" type="pres">
      <dgm:prSet presAssocID="{DD1C49B4-13B0-42CF-84F4-D5E70B1B198B}" presName="spacing" presStyleCnt="0"/>
      <dgm:spPr/>
    </dgm:pt>
    <dgm:pt modelId="{620275D9-DCB1-4BE3-96F8-A9C049942CE5}" type="pres">
      <dgm:prSet presAssocID="{BC68E49E-3E11-44F5-86DE-BEBC548D7854}" presName="composite" presStyleCnt="0"/>
      <dgm:spPr/>
    </dgm:pt>
    <dgm:pt modelId="{42F2784C-3804-4244-87BA-F51B147404F1}" type="pres">
      <dgm:prSet presAssocID="{BC68E49E-3E11-44F5-86DE-BEBC548D7854}" presName="imgShp" presStyleLbl="fgImgPlace1" presStyleIdx="2" presStyleCnt="18"/>
      <dgm:spPr/>
    </dgm:pt>
    <dgm:pt modelId="{EDB800FA-2780-4B45-8F20-D2949B694A43}" type="pres">
      <dgm:prSet presAssocID="{BC68E49E-3E11-44F5-86DE-BEBC548D7854}" presName="txShp" presStyleLbl="node1" presStyleIdx="2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2A965EC-B16A-4955-A4DF-CB272F77CD38}" type="pres">
      <dgm:prSet presAssocID="{0292C3FD-7887-47CE-8EA4-6846739C4E5A}" presName="spacing" presStyleCnt="0"/>
      <dgm:spPr/>
    </dgm:pt>
    <dgm:pt modelId="{ED559058-B388-4FBC-9BC5-7AD7C767C3BA}" type="pres">
      <dgm:prSet presAssocID="{BF3DC8D7-46DA-4450-A508-E7C2C5FEA2FD}" presName="composite" presStyleCnt="0"/>
      <dgm:spPr/>
    </dgm:pt>
    <dgm:pt modelId="{D1840C46-877B-4563-9705-BDD152254C9B}" type="pres">
      <dgm:prSet presAssocID="{BF3DC8D7-46DA-4450-A508-E7C2C5FEA2FD}" presName="imgShp" presStyleLbl="fgImgPlace1" presStyleIdx="3" presStyleCnt="18"/>
      <dgm:spPr/>
    </dgm:pt>
    <dgm:pt modelId="{3EB35C58-B27D-49A5-9166-6047E022D400}" type="pres">
      <dgm:prSet presAssocID="{BF3DC8D7-46DA-4450-A508-E7C2C5FEA2FD}" presName="txShp" presStyleLbl="node1" presStyleIdx="3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079FC48-5BB6-4D65-B368-616CAE9AA38D}" type="pres">
      <dgm:prSet presAssocID="{58DAF69B-0EA8-4DFB-AA02-1B876018248A}" presName="spacing" presStyleCnt="0"/>
      <dgm:spPr/>
    </dgm:pt>
    <dgm:pt modelId="{FD1DE803-8541-4AE4-BF70-EF3604BFBA4F}" type="pres">
      <dgm:prSet presAssocID="{25BD2C1E-0539-4963-AAD0-687415F38C27}" presName="composite" presStyleCnt="0"/>
      <dgm:spPr/>
    </dgm:pt>
    <dgm:pt modelId="{C3EB6FEF-92F7-4AE3-9A30-0C18DBE4212D}" type="pres">
      <dgm:prSet presAssocID="{25BD2C1E-0539-4963-AAD0-687415F38C27}" presName="imgShp" presStyleLbl="fgImgPlace1" presStyleIdx="4" presStyleCnt="18"/>
      <dgm:spPr/>
    </dgm:pt>
    <dgm:pt modelId="{16FBC083-20AC-48FC-8C19-04CE2E520A03}" type="pres">
      <dgm:prSet presAssocID="{25BD2C1E-0539-4963-AAD0-687415F38C27}" presName="txShp" presStyleLbl="node1" presStyleIdx="4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AA23AEE-1D62-41B2-9D67-D1887D942D68}" type="pres">
      <dgm:prSet presAssocID="{63880FF6-3C44-4355-91BE-18512701BA14}" presName="spacing" presStyleCnt="0"/>
      <dgm:spPr/>
    </dgm:pt>
    <dgm:pt modelId="{E8C76316-D066-405D-A8BD-A568E3A69B8C}" type="pres">
      <dgm:prSet presAssocID="{21E339A5-22F6-42DD-A3E7-4594EC98608F}" presName="composite" presStyleCnt="0"/>
      <dgm:spPr/>
    </dgm:pt>
    <dgm:pt modelId="{6C942211-3E1F-4DF3-AB85-230D69F08BE3}" type="pres">
      <dgm:prSet presAssocID="{21E339A5-22F6-42DD-A3E7-4594EC98608F}" presName="imgShp" presStyleLbl="fgImgPlace1" presStyleIdx="5" presStyleCnt="18"/>
      <dgm:spPr/>
    </dgm:pt>
    <dgm:pt modelId="{10F9D5D1-5444-4681-B876-F2A7420F5277}" type="pres">
      <dgm:prSet presAssocID="{21E339A5-22F6-42DD-A3E7-4594EC98608F}" presName="txShp" presStyleLbl="node1" presStyleIdx="5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BFF24EF-3FE1-4735-B02E-1C9A93B98314}" type="pres">
      <dgm:prSet presAssocID="{9CD786BF-8675-4A3C-81F5-604CDA04FB2D}" presName="spacing" presStyleCnt="0"/>
      <dgm:spPr/>
    </dgm:pt>
    <dgm:pt modelId="{71328DE9-FA25-413E-A500-0C311B51D8C9}" type="pres">
      <dgm:prSet presAssocID="{561B1E4B-A5AC-4761-B0AA-80C58E3A18D2}" presName="composite" presStyleCnt="0"/>
      <dgm:spPr/>
    </dgm:pt>
    <dgm:pt modelId="{5D8A1224-48E0-4AF0-A578-383E82F74B0E}" type="pres">
      <dgm:prSet presAssocID="{561B1E4B-A5AC-4761-B0AA-80C58E3A18D2}" presName="imgShp" presStyleLbl="fgImgPlace1" presStyleIdx="6" presStyleCnt="18"/>
      <dgm:spPr/>
    </dgm:pt>
    <dgm:pt modelId="{29A4E82F-0DB0-4F7E-BFBC-1B75554A20A5}" type="pres">
      <dgm:prSet presAssocID="{561B1E4B-A5AC-4761-B0AA-80C58E3A18D2}" presName="txShp" presStyleLbl="node1" presStyleIdx="6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2399D05-1AD0-4567-8498-9D51B743F236}" type="pres">
      <dgm:prSet presAssocID="{80700258-F464-4E81-82D4-2EB03631D8EF}" presName="spacing" presStyleCnt="0"/>
      <dgm:spPr/>
    </dgm:pt>
    <dgm:pt modelId="{EB067CC6-40DF-44AD-991D-20C7BAB7486F}" type="pres">
      <dgm:prSet presAssocID="{173AEE55-7711-478C-B909-32F9D54AEE76}" presName="composite" presStyleCnt="0"/>
      <dgm:spPr/>
    </dgm:pt>
    <dgm:pt modelId="{E9E0F90A-D1AE-4471-B897-4B1D21E134FB}" type="pres">
      <dgm:prSet presAssocID="{173AEE55-7711-478C-B909-32F9D54AEE76}" presName="imgShp" presStyleLbl="fgImgPlace1" presStyleIdx="7" presStyleCnt="18"/>
      <dgm:spPr/>
    </dgm:pt>
    <dgm:pt modelId="{F679BB48-54D3-4F14-83DB-EEC82F774348}" type="pres">
      <dgm:prSet presAssocID="{173AEE55-7711-478C-B909-32F9D54AEE76}" presName="txShp" presStyleLbl="node1" presStyleIdx="7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9912AE8-D5DB-4FE7-BB4C-9DFAC83055D7}" type="pres">
      <dgm:prSet presAssocID="{EEAE1FD0-B876-4377-8D2C-FE6AA2368A7C}" presName="spacing" presStyleCnt="0"/>
      <dgm:spPr/>
    </dgm:pt>
    <dgm:pt modelId="{DCABF220-D067-45D2-B772-3915F0C3E2F4}" type="pres">
      <dgm:prSet presAssocID="{5DAEC729-F8F0-4C4E-BE60-E08EB22D3083}" presName="composite" presStyleCnt="0"/>
      <dgm:spPr/>
    </dgm:pt>
    <dgm:pt modelId="{35186636-C444-483C-A155-0449857255B6}" type="pres">
      <dgm:prSet presAssocID="{5DAEC729-F8F0-4C4E-BE60-E08EB22D3083}" presName="imgShp" presStyleLbl="fgImgPlace1" presStyleIdx="8" presStyleCnt="18"/>
      <dgm:spPr/>
    </dgm:pt>
    <dgm:pt modelId="{33DB77BC-90A8-46B9-A9EF-29635313EE6C}" type="pres">
      <dgm:prSet presAssocID="{5DAEC729-F8F0-4C4E-BE60-E08EB22D3083}" presName="txShp" presStyleLbl="node1" presStyleIdx="8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721F2D2-083D-499C-9C94-DA9A32E96992}" type="pres">
      <dgm:prSet presAssocID="{7326CED8-EB2F-4BBC-BDD4-4FFE74540E1F}" presName="spacing" presStyleCnt="0"/>
      <dgm:spPr/>
    </dgm:pt>
    <dgm:pt modelId="{717145A9-942D-4C08-92AE-1617C182037B}" type="pres">
      <dgm:prSet presAssocID="{B5F8EE80-9D67-41C1-852C-394F162DF8AD}" presName="composite" presStyleCnt="0"/>
      <dgm:spPr/>
    </dgm:pt>
    <dgm:pt modelId="{8BB8DB90-1DA9-407C-A14B-E6275E4FB7E6}" type="pres">
      <dgm:prSet presAssocID="{B5F8EE80-9D67-41C1-852C-394F162DF8AD}" presName="imgShp" presStyleLbl="fgImgPlace1" presStyleIdx="9" presStyleCnt="18"/>
      <dgm:spPr/>
    </dgm:pt>
    <dgm:pt modelId="{DA499719-80DB-4BD3-8F7B-9D7962A4D013}" type="pres">
      <dgm:prSet presAssocID="{B5F8EE80-9D67-41C1-852C-394F162DF8AD}" presName="txShp" presStyleLbl="node1" presStyleIdx="9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3CA700D-6303-42CA-92BF-5BE34BDD2563}" type="pres">
      <dgm:prSet presAssocID="{B0AAA243-7BD4-4223-A355-8B4BB377A71B}" presName="spacing" presStyleCnt="0"/>
      <dgm:spPr/>
    </dgm:pt>
    <dgm:pt modelId="{89237E90-A6DC-4ABA-87F0-7FB876D0AA0E}" type="pres">
      <dgm:prSet presAssocID="{9EDCDED4-D860-4C7A-9522-6E4C7AB0FFAA}" presName="composite" presStyleCnt="0"/>
      <dgm:spPr/>
    </dgm:pt>
    <dgm:pt modelId="{4CF1AB33-2484-4464-B900-C146815502FF}" type="pres">
      <dgm:prSet presAssocID="{9EDCDED4-D860-4C7A-9522-6E4C7AB0FFAA}" presName="imgShp" presStyleLbl="fgImgPlace1" presStyleIdx="10" presStyleCnt="18"/>
      <dgm:spPr/>
    </dgm:pt>
    <dgm:pt modelId="{E4971674-EEE1-4D49-BC45-45AA51A03D46}" type="pres">
      <dgm:prSet presAssocID="{9EDCDED4-D860-4C7A-9522-6E4C7AB0FFAA}" presName="txShp" presStyleLbl="node1" presStyleIdx="10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8C28876-10EE-444A-BD69-88A430FA59A1}" type="pres">
      <dgm:prSet presAssocID="{70E0F889-374F-4879-B43A-F3800E05AF66}" presName="spacing" presStyleCnt="0"/>
      <dgm:spPr/>
    </dgm:pt>
    <dgm:pt modelId="{96510500-545D-4C68-A0AC-E5BFC6CC2936}" type="pres">
      <dgm:prSet presAssocID="{F3B06F70-2586-4616-B681-351356B7C1F1}" presName="composite" presStyleCnt="0"/>
      <dgm:spPr/>
    </dgm:pt>
    <dgm:pt modelId="{2FE5A514-46C6-4DE6-9269-23C7D67E1120}" type="pres">
      <dgm:prSet presAssocID="{F3B06F70-2586-4616-B681-351356B7C1F1}" presName="imgShp" presStyleLbl="fgImgPlace1" presStyleIdx="11" presStyleCnt="18"/>
      <dgm:spPr/>
    </dgm:pt>
    <dgm:pt modelId="{34B1058B-2FA9-4CE3-A08E-E939B740862E}" type="pres">
      <dgm:prSet presAssocID="{F3B06F70-2586-4616-B681-351356B7C1F1}" presName="txShp" presStyleLbl="node1" presStyleIdx="11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42EDBC9-5707-488C-A165-FA27273E0A81}" type="pres">
      <dgm:prSet presAssocID="{811A12ED-F7DA-4570-B09A-1D12F5864859}" presName="spacing" presStyleCnt="0"/>
      <dgm:spPr/>
    </dgm:pt>
    <dgm:pt modelId="{BDC64188-3B8B-4799-8420-291605E5F13F}" type="pres">
      <dgm:prSet presAssocID="{FB74C552-EB4C-4075-B8AC-00FC3F79F3D4}" presName="composite" presStyleCnt="0"/>
      <dgm:spPr/>
    </dgm:pt>
    <dgm:pt modelId="{D21E55F1-07B6-409C-B365-536587ED33C5}" type="pres">
      <dgm:prSet presAssocID="{FB74C552-EB4C-4075-B8AC-00FC3F79F3D4}" presName="imgShp" presStyleLbl="fgImgPlace1" presStyleIdx="12" presStyleCnt="18"/>
      <dgm:spPr/>
    </dgm:pt>
    <dgm:pt modelId="{1E54220A-9E81-4E70-BEA1-301E98221F86}" type="pres">
      <dgm:prSet presAssocID="{FB74C552-EB4C-4075-B8AC-00FC3F79F3D4}" presName="txShp" presStyleLbl="node1" presStyleIdx="12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A190CFB-52B2-456E-83C4-324C7A5E04ED}" type="pres">
      <dgm:prSet presAssocID="{9AC1AE1D-04C7-44B2-9600-3598C5B21D33}" presName="spacing" presStyleCnt="0"/>
      <dgm:spPr/>
    </dgm:pt>
    <dgm:pt modelId="{48AC30F0-4FFD-4357-A87B-044DD5A4F127}" type="pres">
      <dgm:prSet presAssocID="{4C5D57E5-6F89-4D34-BE88-5FAD9AD72262}" presName="composite" presStyleCnt="0"/>
      <dgm:spPr/>
    </dgm:pt>
    <dgm:pt modelId="{A4EFC020-E453-4CC4-A87D-73C93AAAB117}" type="pres">
      <dgm:prSet presAssocID="{4C5D57E5-6F89-4D34-BE88-5FAD9AD72262}" presName="imgShp" presStyleLbl="fgImgPlace1" presStyleIdx="13" presStyleCnt="18"/>
      <dgm:spPr/>
    </dgm:pt>
    <dgm:pt modelId="{639AE65E-38E4-47CF-A847-4AA49BAA9AA2}" type="pres">
      <dgm:prSet presAssocID="{4C5D57E5-6F89-4D34-BE88-5FAD9AD72262}" presName="txShp" presStyleLbl="node1" presStyleIdx="13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B2108B0-163D-470F-B846-0052B11C2F2C}" type="pres">
      <dgm:prSet presAssocID="{03C040A5-2DFF-4732-B633-39FA18D988FC}" presName="spacing" presStyleCnt="0"/>
      <dgm:spPr/>
    </dgm:pt>
    <dgm:pt modelId="{CB116D53-9B8D-476C-B033-9EDDF9290D85}" type="pres">
      <dgm:prSet presAssocID="{610940B5-AB13-4B53-8769-8BDBFF861FA4}" presName="composite" presStyleCnt="0"/>
      <dgm:spPr/>
    </dgm:pt>
    <dgm:pt modelId="{53EBA70E-DB1A-43A5-99DA-ABC288D0777F}" type="pres">
      <dgm:prSet presAssocID="{610940B5-AB13-4B53-8769-8BDBFF861FA4}" presName="imgShp" presStyleLbl="fgImgPlace1" presStyleIdx="14" presStyleCnt="18"/>
      <dgm:spPr/>
    </dgm:pt>
    <dgm:pt modelId="{3B17652F-AC68-447C-9574-CF0EB4E8AB38}" type="pres">
      <dgm:prSet presAssocID="{610940B5-AB13-4B53-8769-8BDBFF861FA4}" presName="txShp" presStyleLbl="node1" presStyleIdx="14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1253010-A779-4BFA-97C3-0A8203B4BEA0}" type="pres">
      <dgm:prSet presAssocID="{58181148-FACB-4DAD-A783-93B6B821C193}" presName="spacing" presStyleCnt="0"/>
      <dgm:spPr/>
    </dgm:pt>
    <dgm:pt modelId="{2F3F11BA-3445-40D5-9305-43EABA505530}" type="pres">
      <dgm:prSet presAssocID="{8BF8C6D3-D57B-4777-B92C-0C0AB7953F2D}" presName="composite" presStyleCnt="0"/>
      <dgm:spPr/>
    </dgm:pt>
    <dgm:pt modelId="{D82D38F4-E727-4585-9E29-88B27D0698E2}" type="pres">
      <dgm:prSet presAssocID="{8BF8C6D3-D57B-4777-B92C-0C0AB7953F2D}" presName="imgShp" presStyleLbl="fgImgPlace1" presStyleIdx="15" presStyleCnt="18"/>
      <dgm:spPr/>
    </dgm:pt>
    <dgm:pt modelId="{D0AC5BD4-98E4-42C5-8036-2437CA2C5FC7}" type="pres">
      <dgm:prSet presAssocID="{8BF8C6D3-D57B-4777-B92C-0C0AB7953F2D}" presName="txShp" presStyleLbl="node1" presStyleIdx="15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01AE4F5-062E-44AB-9F28-FEDFEB60728A}" type="pres">
      <dgm:prSet presAssocID="{00FCBABF-0EF7-4CF5-81D2-C62BBAE7ED97}" presName="spacing" presStyleCnt="0"/>
      <dgm:spPr/>
    </dgm:pt>
    <dgm:pt modelId="{22F81BE3-264C-4059-9F8D-79EE6059828B}" type="pres">
      <dgm:prSet presAssocID="{F8293030-721E-46A7-8695-A228C8E160E5}" presName="composite" presStyleCnt="0"/>
      <dgm:spPr/>
    </dgm:pt>
    <dgm:pt modelId="{4B25D71A-F2E7-47C2-ACE4-2A5A7558E1EE}" type="pres">
      <dgm:prSet presAssocID="{F8293030-721E-46A7-8695-A228C8E160E5}" presName="imgShp" presStyleLbl="fgImgPlace1" presStyleIdx="16" presStyleCnt="18"/>
      <dgm:spPr/>
    </dgm:pt>
    <dgm:pt modelId="{E11447AD-9D5D-4AC7-A555-F0624B1EA3A0}" type="pres">
      <dgm:prSet presAssocID="{F8293030-721E-46A7-8695-A228C8E160E5}" presName="txShp" presStyleLbl="node1" presStyleIdx="16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A791978-CE6C-4CA8-9304-18A125641260}" type="pres">
      <dgm:prSet presAssocID="{68BB9791-0E5F-4A95-B06B-2D2D98D9D21E}" presName="spacing" presStyleCnt="0"/>
      <dgm:spPr/>
    </dgm:pt>
    <dgm:pt modelId="{1CBFEDAD-2281-4029-9867-929CA7F86D23}" type="pres">
      <dgm:prSet presAssocID="{FF86C849-A58D-44A8-924E-78C2244CA933}" presName="composite" presStyleCnt="0"/>
      <dgm:spPr/>
    </dgm:pt>
    <dgm:pt modelId="{DFF844EC-0F30-4046-81EB-694477DD55DF}" type="pres">
      <dgm:prSet presAssocID="{FF86C849-A58D-44A8-924E-78C2244CA933}" presName="imgShp" presStyleLbl="fgImgPlace1" presStyleIdx="17" presStyleCnt="18"/>
      <dgm:spPr/>
    </dgm:pt>
    <dgm:pt modelId="{591BA027-F046-477C-9A2F-5121223FB687}" type="pres">
      <dgm:prSet presAssocID="{FF86C849-A58D-44A8-924E-78C2244CA933}" presName="txShp" presStyleLbl="node1" presStyleIdx="17" presStyleCnt="18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8B6AA8EA-8D92-49FD-9F31-679880697FF7}" srcId="{7BBC8FD6-1422-4702-9984-D8DDC970F626}" destId="{FB74C552-EB4C-4075-B8AC-00FC3F79F3D4}" srcOrd="12" destOrd="0" parTransId="{CE621C26-0E4B-45EF-A166-25584322D54A}" sibTransId="{9AC1AE1D-04C7-44B2-9600-3598C5B21D33}"/>
    <dgm:cxn modelId="{AAD4320F-E1C7-4C06-897E-CCED03E4746D}" type="presOf" srcId="{173AEE55-7711-478C-B909-32F9D54AEE76}" destId="{F679BB48-54D3-4F14-83DB-EEC82F774348}" srcOrd="0" destOrd="0" presId="urn:microsoft.com/office/officeart/2005/8/layout/vList3#1"/>
    <dgm:cxn modelId="{3D1BADF7-E307-4D1C-8B77-1629A8112F07}" srcId="{7BBC8FD6-1422-4702-9984-D8DDC970F626}" destId="{BC68E49E-3E11-44F5-86DE-BEBC548D7854}" srcOrd="2" destOrd="0" parTransId="{1DA0CA66-0A9B-4279-A4A0-FE958E901728}" sibTransId="{0292C3FD-7887-47CE-8EA4-6846739C4E5A}"/>
    <dgm:cxn modelId="{9753C927-0BE4-4EC2-9158-D73E126954F4}" srcId="{7BBC8FD6-1422-4702-9984-D8DDC970F626}" destId="{4C5D57E5-6F89-4D34-BE88-5FAD9AD72262}" srcOrd="13" destOrd="0" parTransId="{5C66A626-D24A-422F-92BA-88764CA2D78D}" sibTransId="{03C040A5-2DFF-4732-B633-39FA18D988FC}"/>
    <dgm:cxn modelId="{436D9885-755D-4D3D-98EA-94861FAD4FE8}" type="presOf" srcId="{BC68E49E-3E11-44F5-86DE-BEBC548D7854}" destId="{EDB800FA-2780-4B45-8F20-D2949B694A43}" srcOrd="0" destOrd="0" presId="urn:microsoft.com/office/officeart/2005/8/layout/vList3#1"/>
    <dgm:cxn modelId="{52A2137B-B9BA-4C3B-AD18-F1CB5CA7D7B8}" srcId="{7BBC8FD6-1422-4702-9984-D8DDC970F626}" destId="{5DAEC729-F8F0-4C4E-BE60-E08EB22D3083}" srcOrd="8" destOrd="0" parTransId="{05E2B6D1-65DF-4545-A636-A85C2D87F683}" sibTransId="{7326CED8-EB2F-4BBC-BDD4-4FFE74540E1F}"/>
    <dgm:cxn modelId="{2FA26255-078C-4093-B3C4-EE432232D5E3}" srcId="{7BBC8FD6-1422-4702-9984-D8DDC970F626}" destId="{F8293030-721E-46A7-8695-A228C8E160E5}" srcOrd="16" destOrd="0" parTransId="{31441509-B239-4FE3-A47B-69EA76AA0041}" sibTransId="{68BB9791-0E5F-4A95-B06B-2D2D98D9D21E}"/>
    <dgm:cxn modelId="{C45B8C12-C197-4AA7-8875-EA3B3837655E}" type="presOf" srcId="{4C5D57E5-6F89-4D34-BE88-5FAD9AD72262}" destId="{639AE65E-38E4-47CF-A847-4AA49BAA9AA2}" srcOrd="0" destOrd="0" presId="urn:microsoft.com/office/officeart/2005/8/layout/vList3#1"/>
    <dgm:cxn modelId="{8503D354-D330-4795-8A1D-C39D95EEAFB7}" srcId="{7BBC8FD6-1422-4702-9984-D8DDC970F626}" destId="{F3B06F70-2586-4616-B681-351356B7C1F1}" srcOrd="11" destOrd="0" parTransId="{35907F6E-D927-4363-9D76-D25AC6D2A1B4}" sibTransId="{811A12ED-F7DA-4570-B09A-1D12F5864859}"/>
    <dgm:cxn modelId="{B2D7ED12-BF86-41A5-86D8-34F59637C51E}" type="presOf" srcId="{B5F8EE80-9D67-41C1-852C-394F162DF8AD}" destId="{DA499719-80DB-4BD3-8F7B-9D7962A4D013}" srcOrd="0" destOrd="0" presId="urn:microsoft.com/office/officeart/2005/8/layout/vList3#1"/>
    <dgm:cxn modelId="{F85E8BED-6330-4CE5-B3E1-56CAE225F620}" type="presOf" srcId="{5DAEC729-F8F0-4C4E-BE60-E08EB22D3083}" destId="{33DB77BC-90A8-46B9-A9EF-29635313EE6C}" srcOrd="0" destOrd="0" presId="urn:microsoft.com/office/officeart/2005/8/layout/vList3#1"/>
    <dgm:cxn modelId="{46B5818C-FA9D-42AD-B57F-16E459A179DA}" srcId="{7BBC8FD6-1422-4702-9984-D8DDC970F626}" destId="{610940B5-AB13-4B53-8769-8BDBFF861FA4}" srcOrd="14" destOrd="0" parTransId="{E662320E-6D35-46B3-B1B5-8377F7D25288}" sibTransId="{58181148-FACB-4DAD-A783-93B6B821C193}"/>
    <dgm:cxn modelId="{697A79F2-E3A2-4FB9-A5E3-DC475845BBFA}" type="presOf" srcId="{561B1E4B-A5AC-4761-B0AA-80C58E3A18D2}" destId="{29A4E82F-0DB0-4F7E-BFBC-1B75554A20A5}" srcOrd="0" destOrd="0" presId="urn:microsoft.com/office/officeart/2005/8/layout/vList3#1"/>
    <dgm:cxn modelId="{48C919B7-B3C2-4248-84B0-90C1BB344A53}" type="presOf" srcId="{9EDCDED4-D860-4C7A-9522-6E4C7AB0FFAA}" destId="{E4971674-EEE1-4D49-BC45-45AA51A03D46}" srcOrd="0" destOrd="0" presId="urn:microsoft.com/office/officeart/2005/8/layout/vList3#1"/>
    <dgm:cxn modelId="{5AB67A96-6A8D-4F6F-AF4B-92E0433A4303}" type="presOf" srcId="{7BBC8FD6-1422-4702-9984-D8DDC970F626}" destId="{7BB6F0AA-AE4C-4282-A3F7-91ECE1E1F714}" srcOrd="0" destOrd="0" presId="urn:microsoft.com/office/officeart/2005/8/layout/vList3#1"/>
    <dgm:cxn modelId="{9ABDAD48-A9EB-4194-8DA9-3F8C163EC44D}" srcId="{7BBC8FD6-1422-4702-9984-D8DDC970F626}" destId="{1A95BAC0-0974-483E-934F-640612105FCC}" srcOrd="1" destOrd="0" parTransId="{4B5EDDA0-5368-486D-803D-BF7590620D68}" sibTransId="{DD1C49B4-13B0-42CF-84F4-D5E70B1B198B}"/>
    <dgm:cxn modelId="{6B1E716E-FB0A-48B2-9F15-10EA5902097B}" srcId="{7BBC8FD6-1422-4702-9984-D8DDC970F626}" destId="{561B1E4B-A5AC-4761-B0AA-80C58E3A18D2}" srcOrd="6" destOrd="0" parTransId="{E3C2249E-051B-4E79-8FAF-B72D631E9FF9}" sibTransId="{80700258-F464-4E81-82D4-2EB03631D8EF}"/>
    <dgm:cxn modelId="{5352C88D-ECC9-40E1-B65D-ECD932389092}" srcId="{7BBC8FD6-1422-4702-9984-D8DDC970F626}" destId="{173AEE55-7711-478C-B909-32F9D54AEE76}" srcOrd="7" destOrd="0" parTransId="{A7946B39-9785-4AB6-BE52-2245A1B8453F}" sibTransId="{EEAE1FD0-B876-4377-8D2C-FE6AA2368A7C}"/>
    <dgm:cxn modelId="{C88137D9-50FF-4726-BA89-2D7DAF0112B0}" srcId="{7BBC8FD6-1422-4702-9984-D8DDC970F626}" destId="{25BD2C1E-0539-4963-AAD0-687415F38C27}" srcOrd="4" destOrd="0" parTransId="{E3C1C267-369B-4F2D-8F96-E4D36023C31F}" sibTransId="{63880FF6-3C44-4355-91BE-18512701BA14}"/>
    <dgm:cxn modelId="{1810EBEA-938B-418E-A73A-C8F3EAF793A6}" srcId="{7BBC8FD6-1422-4702-9984-D8DDC970F626}" destId="{8BF8C6D3-D57B-4777-B92C-0C0AB7953F2D}" srcOrd="15" destOrd="0" parTransId="{CE54237F-F03B-4AEA-8B79-C44A370732D0}" sibTransId="{00FCBABF-0EF7-4CF5-81D2-C62BBAE7ED97}"/>
    <dgm:cxn modelId="{CAFF9690-360B-4E1E-8044-A9E8B4650976}" type="presOf" srcId="{25BD2C1E-0539-4963-AAD0-687415F38C27}" destId="{16FBC083-20AC-48FC-8C19-04CE2E520A03}" srcOrd="0" destOrd="0" presId="urn:microsoft.com/office/officeart/2005/8/layout/vList3#1"/>
    <dgm:cxn modelId="{3E920C0E-5886-4503-BE39-EE03613347EF}" srcId="{7BBC8FD6-1422-4702-9984-D8DDC970F626}" destId="{B5F8EE80-9D67-41C1-852C-394F162DF8AD}" srcOrd="9" destOrd="0" parTransId="{B19BF1D9-E487-44B7-B12A-34EA92D76807}" sibTransId="{B0AAA243-7BD4-4223-A355-8B4BB377A71B}"/>
    <dgm:cxn modelId="{FA64821F-4E1E-460A-A4D3-DA85016248AD}" srcId="{7BBC8FD6-1422-4702-9984-D8DDC970F626}" destId="{BF3DC8D7-46DA-4450-A508-E7C2C5FEA2FD}" srcOrd="3" destOrd="0" parTransId="{41E7365B-60EA-4E6F-BA5A-F674B3C8AF9B}" sibTransId="{58DAF69B-0EA8-4DFB-AA02-1B876018248A}"/>
    <dgm:cxn modelId="{78C918D2-0361-4B4A-8696-9A1F1F54C817}" type="presOf" srcId="{1A95BAC0-0974-483E-934F-640612105FCC}" destId="{F817F358-E295-483A-9E67-A2370146CFA5}" srcOrd="0" destOrd="0" presId="urn:microsoft.com/office/officeart/2005/8/layout/vList3#1"/>
    <dgm:cxn modelId="{6172B4A0-4509-46C5-BA45-350C84711D06}" srcId="{7BBC8FD6-1422-4702-9984-D8DDC970F626}" destId="{21E339A5-22F6-42DD-A3E7-4594EC98608F}" srcOrd="5" destOrd="0" parTransId="{703F077C-C268-49AD-908B-1A5542502F1D}" sibTransId="{9CD786BF-8675-4A3C-81F5-604CDA04FB2D}"/>
    <dgm:cxn modelId="{18F41EB2-31EC-49B6-AC3E-99482ED2BA35}" type="presOf" srcId="{F8293030-721E-46A7-8695-A228C8E160E5}" destId="{E11447AD-9D5D-4AC7-A555-F0624B1EA3A0}" srcOrd="0" destOrd="0" presId="urn:microsoft.com/office/officeart/2005/8/layout/vList3#1"/>
    <dgm:cxn modelId="{7E2AFA09-3354-46E2-9DA8-CE74A595EC80}" srcId="{7BBC8FD6-1422-4702-9984-D8DDC970F626}" destId="{69A510EF-98C6-4D3B-8B8B-D00705C8A51E}" srcOrd="0" destOrd="0" parTransId="{C642E070-926E-42E5-8571-8F6503726510}" sibTransId="{6A42CB59-69FA-414F-B6E3-2339BA57B41E}"/>
    <dgm:cxn modelId="{D319A522-5422-41A1-BD1E-A8B45FFC5F04}" type="presOf" srcId="{69A510EF-98C6-4D3B-8B8B-D00705C8A51E}" destId="{0E87DBEC-0703-4B3F-A0C1-3F9978A66E54}" srcOrd="0" destOrd="0" presId="urn:microsoft.com/office/officeart/2005/8/layout/vList3#1"/>
    <dgm:cxn modelId="{D62C0056-D7B7-4C4D-8D36-C5F31053D883}" type="presOf" srcId="{F3B06F70-2586-4616-B681-351356B7C1F1}" destId="{34B1058B-2FA9-4CE3-A08E-E939B740862E}" srcOrd="0" destOrd="0" presId="urn:microsoft.com/office/officeart/2005/8/layout/vList3#1"/>
    <dgm:cxn modelId="{A5657268-D42B-4B4B-9085-D8B051B89EF3}" type="presOf" srcId="{FB74C552-EB4C-4075-B8AC-00FC3F79F3D4}" destId="{1E54220A-9E81-4E70-BEA1-301E98221F86}" srcOrd="0" destOrd="0" presId="urn:microsoft.com/office/officeart/2005/8/layout/vList3#1"/>
    <dgm:cxn modelId="{8ADB7852-BA87-4E46-8E7C-0F436D53DB30}" type="presOf" srcId="{BF3DC8D7-46DA-4450-A508-E7C2C5FEA2FD}" destId="{3EB35C58-B27D-49A5-9166-6047E022D400}" srcOrd="0" destOrd="0" presId="urn:microsoft.com/office/officeart/2005/8/layout/vList3#1"/>
    <dgm:cxn modelId="{967150AA-9E72-4EEC-BA1B-55AD242E27F8}" type="presOf" srcId="{FF86C849-A58D-44A8-924E-78C2244CA933}" destId="{591BA027-F046-477C-9A2F-5121223FB687}" srcOrd="0" destOrd="0" presId="urn:microsoft.com/office/officeart/2005/8/layout/vList3#1"/>
    <dgm:cxn modelId="{F1AB2A29-EDDC-49C4-AC0E-C6615A844713}" type="presOf" srcId="{21E339A5-22F6-42DD-A3E7-4594EC98608F}" destId="{10F9D5D1-5444-4681-B876-F2A7420F5277}" srcOrd="0" destOrd="0" presId="urn:microsoft.com/office/officeart/2005/8/layout/vList3#1"/>
    <dgm:cxn modelId="{56211D6E-5B5E-49C6-B34D-03515D630F64}" type="presOf" srcId="{8BF8C6D3-D57B-4777-B92C-0C0AB7953F2D}" destId="{D0AC5BD4-98E4-42C5-8036-2437CA2C5FC7}" srcOrd="0" destOrd="0" presId="urn:microsoft.com/office/officeart/2005/8/layout/vList3#1"/>
    <dgm:cxn modelId="{0A9B43D2-159F-429A-BC8F-9B3C3C2F2BA4}" srcId="{7BBC8FD6-1422-4702-9984-D8DDC970F626}" destId="{9EDCDED4-D860-4C7A-9522-6E4C7AB0FFAA}" srcOrd="10" destOrd="0" parTransId="{1298AF2B-6C34-47C1-877B-504A84EADFEA}" sibTransId="{70E0F889-374F-4879-B43A-F3800E05AF66}"/>
    <dgm:cxn modelId="{A026A5B4-803E-47D1-98FA-213492C432AE}" srcId="{7BBC8FD6-1422-4702-9984-D8DDC970F626}" destId="{FF86C849-A58D-44A8-924E-78C2244CA933}" srcOrd="17" destOrd="0" parTransId="{E2A95202-79C8-499E-86FD-2B0A4AB59922}" sibTransId="{AEDC665F-2488-4A04-935C-17A5336B3DF7}"/>
    <dgm:cxn modelId="{3BF2B291-5848-4B24-BE03-CBF4CB77407A}" type="presOf" srcId="{610940B5-AB13-4B53-8769-8BDBFF861FA4}" destId="{3B17652F-AC68-447C-9574-CF0EB4E8AB38}" srcOrd="0" destOrd="0" presId="urn:microsoft.com/office/officeart/2005/8/layout/vList3#1"/>
    <dgm:cxn modelId="{EBC838C3-35DD-4933-A292-8ABD9D52E929}" type="presParOf" srcId="{7BB6F0AA-AE4C-4282-A3F7-91ECE1E1F714}" destId="{73E29C79-7225-4905-AC2F-40BC19509A03}" srcOrd="0" destOrd="0" presId="urn:microsoft.com/office/officeart/2005/8/layout/vList3#1"/>
    <dgm:cxn modelId="{760204BB-A65A-4337-97A6-75AE73DEFEF3}" type="presParOf" srcId="{73E29C79-7225-4905-AC2F-40BC19509A03}" destId="{28420787-783B-4B8A-8BAB-9D879EE1EA29}" srcOrd="0" destOrd="0" presId="urn:microsoft.com/office/officeart/2005/8/layout/vList3#1"/>
    <dgm:cxn modelId="{B9613AE2-49DF-45E9-AB7A-001635546C79}" type="presParOf" srcId="{73E29C79-7225-4905-AC2F-40BC19509A03}" destId="{0E87DBEC-0703-4B3F-A0C1-3F9978A66E54}" srcOrd="1" destOrd="0" presId="urn:microsoft.com/office/officeart/2005/8/layout/vList3#1"/>
    <dgm:cxn modelId="{1B68E28B-7BA3-4C02-9ABD-01FDD99022AA}" type="presParOf" srcId="{7BB6F0AA-AE4C-4282-A3F7-91ECE1E1F714}" destId="{9732E832-A2BB-4EC2-94E8-A0252F3E3E56}" srcOrd="1" destOrd="0" presId="urn:microsoft.com/office/officeart/2005/8/layout/vList3#1"/>
    <dgm:cxn modelId="{94789355-BA62-45D2-97C7-5EE0DD073334}" type="presParOf" srcId="{7BB6F0AA-AE4C-4282-A3F7-91ECE1E1F714}" destId="{16087FBC-FDD1-4143-88D7-D73E0ED0383E}" srcOrd="2" destOrd="0" presId="urn:microsoft.com/office/officeart/2005/8/layout/vList3#1"/>
    <dgm:cxn modelId="{57FDCCEE-2C50-44B6-B6F3-15C8338CAB0B}" type="presParOf" srcId="{16087FBC-FDD1-4143-88D7-D73E0ED0383E}" destId="{13E6125F-2A1F-4558-8B7E-22C8E1FC29B3}" srcOrd="0" destOrd="0" presId="urn:microsoft.com/office/officeart/2005/8/layout/vList3#1"/>
    <dgm:cxn modelId="{697B81CC-047A-48B3-9CF6-B0B76E6E69CD}" type="presParOf" srcId="{16087FBC-FDD1-4143-88D7-D73E0ED0383E}" destId="{F817F358-E295-483A-9E67-A2370146CFA5}" srcOrd="1" destOrd="0" presId="urn:microsoft.com/office/officeart/2005/8/layout/vList3#1"/>
    <dgm:cxn modelId="{86757658-55A4-4D10-A45E-90466D31D7E2}" type="presParOf" srcId="{7BB6F0AA-AE4C-4282-A3F7-91ECE1E1F714}" destId="{F3FCEE35-6816-4A54-8BED-0E41C51BBDEA}" srcOrd="3" destOrd="0" presId="urn:microsoft.com/office/officeart/2005/8/layout/vList3#1"/>
    <dgm:cxn modelId="{2CA91C55-5B1B-47F3-9F12-88BFF467CAE2}" type="presParOf" srcId="{7BB6F0AA-AE4C-4282-A3F7-91ECE1E1F714}" destId="{620275D9-DCB1-4BE3-96F8-A9C049942CE5}" srcOrd="4" destOrd="0" presId="urn:microsoft.com/office/officeart/2005/8/layout/vList3#1"/>
    <dgm:cxn modelId="{3B390E38-8212-409A-B02E-50E1E5D3AE4E}" type="presParOf" srcId="{620275D9-DCB1-4BE3-96F8-A9C049942CE5}" destId="{42F2784C-3804-4244-87BA-F51B147404F1}" srcOrd="0" destOrd="0" presId="urn:microsoft.com/office/officeart/2005/8/layout/vList3#1"/>
    <dgm:cxn modelId="{C59F2AD7-E9B6-45B7-8820-195B93CA27BB}" type="presParOf" srcId="{620275D9-DCB1-4BE3-96F8-A9C049942CE5}" destId="{EDB800FA-2780-4B45-8F20-D2949B694A43}" srcOrd="1" destOrd="0" presId="urn:microsoft.com/office/officeart/2005/8/layout/vList3#1"/>
    <dgm:cxn modelId="{0F091C18-ACF2-4493-94F9-BB67989BECF4}" type="presParOf" srcId="{7BB6F0AA-AE4C-4282-A3F7-91ECE1E1F714}" destId="{32A965EC-B16A-4955-A4DF-CB272F77CD38}" srcOrd="5" destOrd="0" presId="urn:microsoft.com/office/officeart/2005/8/layout/vList3#1"/>
    <dgm:cxn modelId="{FF04C2BD-635B-43A5-891E-146514ADF395}" type="presParOf" srcId="{7BB6F0AA-AE4C-4282-A3F7-91ECE1E1F714}" destId="{ED559058-B388-4FBC-9BC5-7AD7C767C3BA}" srcOrd="6" destOrd="0" presId="urn:microsoft.com/office/officeart/2005/8/layout/vList3#1"/>
    <dgm:cxn modelId="{FF6C9E6D-425F-42E0-91F7-46C783019D2C}" type="presParOf" srcId="{ED559058-B388-4FBC-9BC5-7AD7C767C3BA}" destId="{D1840C46-877B-4563-9705-BDD152254C9B}" srcOrd="0" destOrd="0" presId="urn:microsoft.com/office/officeart/2005/8/layout/vList3#1"/>
    <dgm:cxn modelId="{B7D5ABFE-CE29-4142-91D8-9EC464A3E357}" type="presParOf" srcId="{ED559058-B388-4FBC-9BC5-7AD7C767C3BA}" destId="{3EB35C58-B27D-49A5-9166-6047E022D400}" srcOrd="1" destOrd="0" presId="urn:microsoft.com/office/officeart/2005/8/layout/vList3#1"/>
    <dgm:cxn modelId="{9AABA8AB-C148-4F75-B3DC-004989C2072A}" type="presParOf" srcId="{7BB6F0AA-AE4C-4282-A3F7-91ECE1E1F714}" destId="{9079FC48-5BB6-4D65-B368-616CAE9AA38D}" srcOrd="7" destOrd="0" presId="urn:microsoft.com/office/officeart/2005/8/layout/vList3#1"/>
    <dgm:cxn modelId="{9E04B7E3-D1CA-45C6-A31E-DA7D507018C0}" type="presParOf" srcId="{7BB6F0AA-AE4C-4282-A3F7-91ECE1E1F714}" destId="{FD1DE803-8541-4AE4-BF70-EF3604BFBA4F}" srcOrd="8" destOrd="0" presId="urn:microsoft.com/office/officeart/2005/8/layout/vList3#1"/>
    <dgm:cxn modelId="{4E5034F1-439D-4F71-B96D-42EB3C845900}" type="presParOf" srcId="{FD1DE803-8541-4AE4-BF70-EF3604BFBA4F}" destId="{C3EB6FEF-92F7-4AE3-9A30-0C18DBE4212D}" srcOrd="0" destOrd="0" presId="urn:microsoft.com/office/officeart/2005/8/layout/vList3#1"/>
    <dgm:cxn modelId="{DDD5B125-9CF8-469C-A9BB-D6BFA5FEC58C}" type="presParOf" srcId="{FD1DE803-8541-4AE4-BF70-EF3604BFBA4F}" destId="{16FBC083-20AC-48FC-8C19-04CE2E520A03}" srcOrd="1" destOrd="0" presId="urn:microsoft.com/office/officeart/2005/8/layout/vList3#1"/>
    <dgm:cxn modelId="{1D0B1C75-63D2-4ED1-AF6A-67135A36FCC8}" type="presParOf" srcId="{7BB6F0AA-AE4C-4282-A3F7-91ECE1E1F714}" destId="{2AA23AEE-1D62-41B2-9D67-D1887D942D68}" srcOrd="9" destOrd="0" presId="urn:microsoft.com/office/officeart/2005/8/layout/vList3#1"/>
    <dgm:cxn modelId="{C3CBDF35-3DB3-4313-8093-E0560AF30930}" type="presParOf" srcId="{7BB6F0AA-AE4C-4282-A3F7-91ECE1E1F714}" destId="{E8C76316-D066-405D-A8BD-A568E3A69B8C}" srcOrd="10" destOrd="0" presId="urn:microsoft.com/office/officeart/2005/8/layout/vList3#1"/>
    <dgm:cxn modelId="{50626C5D-B99E-4A68-86EF-1489DE3FD573}" type="presParOf" srcId="{E8C76316-D066-405D-A8BD-A568E3A69B8C}" destId="{6C942211-3E1F-4DF3-AB85-230D69F08BE3}" srcOrd="0" destOrd="0" presId="urn:microsoft.com/office/officeart/2005/8/layout/vList3#1"/>
    <dgm:cxn modelId="{CDB75A3F-C909-4F36-9075-EFEF9DB5CC95}" type="presParOf" srcId="{E8C76316-D066-405D-A8BD-A568E3A69B8C}" destId="{10F9D5D1-5444-4681-B876-F2A7420F5277}" srcOrd="1" destOrd="0" presId="urn:microsoft.com/office/officeart/2005/8/layout/vList3#1"/>
    <dgm:cxn modelId="{D81B1632-1636-4377-8BAD-AD8AB6165C41}" type="presParOf" srcId="{7BB6F0AA-AE4C-4282-A3F7-91ECE1E1F714}" destId="{7BFF24EF-3FE1-4735-B02E-1C9A93B98314}" srcOrd="11" destOrd="0" presId="urn:microsoft.com/office/officeart/2005/8/layout/vList3#1"/>
    <dgm:cxn modelId="{CE42F49B-F0BC-471A-A300-FF82CB7285A6}" type="presParOf" srcId="{7BB6F0AA-AE4C-4282-A3F7-91ECE1E1F714}" destId="{71328DE9-FA25-413E-A500-0C311B51D8C9}" srcOrd="12" destOrd="0" presId="urn:microsoft.com/office/officeart/2005/8/layout/vList3#1"/>
    <dgm:cxn modelId="{E0CC071D-2190-44BA-8E58-DE76AE32EB88}" type="presParOf" srcId="{71328DE9-FA25-413E-A500-0C311B51D8C9}" destId="{5D8A1224-48E0-4AF0-A578-383E82F74B0E}" srcOrd="0" destOrd="0" presId="urn:microsoft.com/office/officeart/2005/8/layout/vList3#1"/>
    <dgm:cxn modelId="{C6EA9867-7A1A-4615-8704-915538F6F75F}" type="presParOf" srcId="{71328DE9-FA25-413E-A500-0C311B51D8C9}" destId="{29A4E82F-0DB0-4F7E-BFBC-1B75554A20A5}" srcOrd="1" destOrd="0" presId="urn:microsoft.com/office/officeart/2005/8/layout/vList3#1"/>
    <dgm:cxn modelId="{9DF244E1-07B1-400C-9BEB-C1C83AE603EE}" type="presParOf" srcId="{7BB6F0AA-AE4C-4282-A3F7-91ECE1E1F714}" destId="{92399D05-1AD0-4567-8498-9D51B743F236}" srcOrd="13" destOrd="0" presId="urn:microsoft.com/office/officeart/2005/8/layout/vList3#1"/>
    <dgm:cxn modelId="{034854C0-1338-44F5-B284-99E057004C4F}" type="presParOf" srcId="{7BB6F0AA-AE4C-4282-A3F7-91ECE1E1F714}" destId="{EB067CC6-40DF-44AD-991D-20C7BAB7486F}" srcOrd="14" destOrd="0" presId="urn:microsoft.com/office/officeart/2005/8/layout/vList3#1"/>
    <dgm:cxn modelId="{ED43BB6E-72B9-4507-B82D-F77EA6299BEC}" type="presParOf" srcId="{EB067CC6-40DF-44AD-991D-20C7BAB7486F}" destId="{E9E0F90A-D1AE-4471-B897-4B1D21E134FB}" srcOrd="0" destOrd="0" presId="urn:microsoft.com/office/officeart/2005/8/layout/vList3#1"/>
    <dgm:cxn modelId="{329D68D4-6627-413B-B05C-C6D220A6507B}" type="presParOf" srcId="{EB067CC6-40DF-44AD-991D-20C7BAB7486F}" destId="{F679BB48-54D3-4F14-83DB-EEC82F774348}" srcOrd="1" destOrd="0" presId="urn:microsoft.com/office/officeart/2005/8/layout/vList3#1"/>
    <dgm:cxn modelId="{973DEA1B-F4AF-4E0E-BEF3-25F89487AEEC}" type="presParOf" srcId="{7BB6F0AA-AE4C-4282-A3F7-91ECE1E1F714}" destId="{B9912AE8-D5DB-4FE7-BB4C-9DFAC83055D7}" srcOrd="15" destOrd="0" presId="urn:microsoft.com/office/officeart/2005/8/layout/vList3#1"/>
    <dgm:cxn modelId="{E235E763-6463-4400-AC97-A908FE260B97}" type="presParOf" srcId="{7BB6F0AA-AE4C-4282-A3F7-91ECE1E1F714}" destId="{DCABF220-D067-45D2-B772-3915F0C3E2F4}" srcOrd="16" destOrd="0" presId="urn:microsoft.com/office/officeart/2005/8/layout/vList3#1"/>
    <dgm:cxn modelId="{AD2F874D-FCAD-46B9-A728-37CF1E51DED5}" type="presParOf" srcId="{DCABF220-D067-45D2-B772-3915F0C3E2F4}" destId="{35186636-C444-483C-A155-0449857255B6}" srcOrd="0" destOrd="0" presId="urn:microsoft.com/office/officeart/2005/8/layout/vList3#1"/>
    <dgm:cxn modelId="{CB3726E1-8619-4D10-A369-BAFD9ADC964D}" type="presParOf" srcId="{DCABF220-D067-45D2-B772-3915F0C3E2F4}" destId="{33DB77BC-90A8-46B9-A9EF-29635313EE6C}" srcOrd="1" destOrd="0" presId="urn:microsoft.com/office/officeart/2005/8/layout/vList3#1"/>
    <dgm:cxn modelId="{92948380-8056-40BB-A379-7D0349C8A143}" type="presParOf" srcId="{7BB6F0AA-AE4C-4282-A3F7-91ECE1E1F714}" destId="{7721F2D2-083D-499C-9C94-DA9A32E96992}" srcOrd="17" destOrd="0" presId="urn:microsoft.com/office/officeart/2005/8/layout/vList3#1"/>
    <dgm:cxn modelId="{5785761D-9007-4200-8E85-3EFFE44819DE}" type="presParOf" srcId="{7BB6F0AA-AE4C-4282-A3F7-91ECE1E1F714}" destId="{717145A9-942D-4C08-92AE-1617C182037B}" srcOrd="18" destOrd="0" presId="urn:microsoft.com/office/officeart/2005/8/layout/vList3#1"/>
    <dgm:cxn modelId="{491CBF2B-58E8-4BE8-AEF3-063648BA9B4A}" type="presParOf" srcId="{717145A9-942D-4C08-92AE-1617C182037B}" destId="{8BB8DB90-1DA9-407C-A14B-E6275E4FB7E6}" srcOrd="0" destOrd="0" presId="urn:microsoft.com/office/officeart/2005/8/layout/vList3#1"/>
    <dgm:cxn modelId="{E070B34B-D263-4A62-B84E-37F4BAAD3D2E}" type="presParOf" srcId="{717145A9-942D-4C08-92AE-1617C182037B}" destId="{DA499719-80DB-4BD3-8F7B-9D7962A4D013}" srcOrd="1" destOrd="0" presId="urn:microsoft.com/office/officeart/2005/8/layout/vList3#1"/>
    <dgm:cxn modelId="{D7B66708-2F4D-4149-AAAC-8ADB4BC20338}" type="presParOf" srcId="{7BB6F0AA-AE4C-4282-A3F7-91ECE1E1F714}" destId="{63CA700D-6303-42CA-92BF-5BE34BDD2563}" srcOrd="19" destOrd="0" presId="urn:microsoft.com/office/officeart/2005/8/layout/vList3#1"/>
    <dgm:cxn modelId="{7CBAE623-B700-4E4F-BED3-82B875F7240A}" type="presParOf" srcId="{7BB6F0AA-AE4C-4282-A3F7-91ECE1E1F714}" destId="{89237E90-A6DC-4ABA-87F0-7FB876D0AA0E}" srcOrd="20" destOrd="0" presId="urn:microsoft.com/office/officeart/2005/8/layout/vList3#1"/>
    <dgm:cxn modelId="{CED2CC29-A8AF-4C24-83FC-3F03D3C166FC}" type="presParOf" srcId="{89237E90-A6DC-4ABA-87F0-7FB876D0AA0E}" destId="{4CF1AB33-2484-4464-B900-C146815502FF}" srcOrd="0" destOrd="0" presId="urn:microsoft.com/office/officeart/2005/8/layout/vList3#1"/>
    <dgm:cxn modelId="{B3BAE152-49D1-44D1-89FD-7A1612500E28}" type="presParOf" srcId="{89237E90-A6DC-4ABA-87F0-7FB876D0AA0E}" destId="{E4971674-EEE1-4D49-BC45-45AA51A03D46}" srcOrd="1" destOrd="0" presId="urn:microsoft.com/office/officeart/2005/8/layout/vList3#1"/>
    <dgm:cxn modelId="{38E77290-531B-4D68-86BB-D42FB3FCA5A8}" type="presParOf" srcId="{7BB6F0AA-AE4C-4282-A3F7-91ECE1E1F714}" destId="{68C28876-10EE-444A-BD69-88A430FA59A1}" srcOrd="21" destOrd="0" presId="urn:microsoft.com/office/officeart/2005/8/layout/vList3#1"/>
    <dgm:cxn modelId="{FC8838C1-10E8-48DF-85F4-0EAFC5B53CC5}" type="presParOf" srcId="{7BB6F0AA-AE4C-4282-A3F7-91ECE1E1F714}" destId="{96510500-545D-4C68-A0AC-E5BFC6CC2936}" srcOrd="22" destOrd="0" presId="urn:microsoft.com/office/officeart/2005/8/layout/vList3#1"/>
    <dgm:cxn modelId="{9990487F-BA4F-47F7-A41F-F855BB83E18A}" type="presParOf" srcId="{96510500-545D-4C68-A0AC-E5BFC6CC2936}" destId="{2FE5A514-46C6-4DE6-9269-23C7D67E1120}" srcOrd="0" destOrd="0" presId="urn:microsoft.com/office/officeart/2005/8/layout/vList3#1"/>
    <dgm:cxn modelId="{BBEED453-2E0B-4C59-AEF2-0B1D8824E8CA}" type="presParOf" srcId="{96510500-545D-4C68-A0AC-E5BFC6CC2936}" destId="{34B1058B-2FA9-4CE3-A08E-E939B740862E}" srcOrd="1" destOrd="0" presId="urn:microsoft.com/office/officeart/2005/8/layout/vList3#1"/>
    <dgm:cxn modelId="{4BEED0C1-7381-408E-A126-5E78D066A05D}" type="presParOf" srcId="{7BB6F0AA-AE4C-4282-A3F7-91ECE1E1F714}" destId="{742EDBC9-5707-488C-A165-FA27273E0A81}" srcOrd="23" destOrd="0" presId="urn:microsoft.com/office/officeart/2005/8/layout/vList3#1"/>
    <dgm:cxn modelId="{75813B58-080A-462D-9BFF-B32481408474}" type="presParOf" srcId="{7BB6F0AA-AE4C-4282-A3F7-91ECE1E1F714}" destId="{BDC64188-3B8B-4799-8420-291605E5F13F}" srcOrd="24" destOrd="0" presId="urn:microsoft.com/office/officeart/2005/8/layout/vList3#1"/>
    <dgm:cxn modelId="{3D781100-CEC3-4AD3-A63C-35C472F565C1}" type="presParOf" srcId="{BDC64188-3B8B-4799-8420-291605E5F13F}" destId="{D21E55F1-07B6-409C-B365-536587ED33C5}" srcOrd="0" destOrd="0" presId="urn:microsoft.com/office/officeart/2005/8/layout/vList3#1"/>
    <dgm:cxn modelId="{8ACE7ACA-A464-49EB-B790-EA55AF995E2D}" type="presParOf" srcId="{BDC64188-3B8B-4799-8420-291605E5F13F}" destId="{1E54220A-9E81-4E70-BEA1-301E98221F86}" srcOrd="1" destOrd="0" presId="urn:microsoft.com/office/officeart/2005/8/layout/vList3#1"/>
    <dgm:cxn modelId="{D0CD97D1-68D4-4DCE-8BBD-1C4BF5014D41}" type="presParOf" srcId="{7BB6F0AA-AE4C-4282-A3F7-91ECE1E1F714}" destId="{1A190CFB-52B2-456E-83C4-324C7A5E04ED}" srcOrd="25" destOrd="0" presId="urn:microsoft.com/office/officeart/2005/8/layout/vList3#1"/>
    <dgm:cxn modelId="{363EC8D3-E431-46E4-ADEC-967ED1C49E1E}" type="presParOf" srcId="{7BB6F0AA-AE4C-4282-A3F7-91ECE1E1F714}" destId="{48AC30F0-4FFD-4357-A87B-044DD5A4F127}" srcOrd="26" destOrd="0" presId="urn:microsoft.com/office/officeart/2005/8/layout/vList3#1"/>
    <dgm:cxn modelId="{2E699325-0A9E-44AD-8BD4-F98AA09A704D}" type="presParOf" srcId="{48AC30F0-4FFD-4357-A87B-044DD5A4F127}" destId="{A4EFC020-E453-4CC4-A87D-73C93AAAB117}" srcOrd="0" destOrd="0" presId="urn:microsoft.com/office/officeart/2005/8/layout/vList3#1"/>
    <dgm:cxn modelId="{47E3571C-B3A4-4F22-8F0A-80313D8CF445}" type="presParOf" srcId="{48AC30F0-4FFD-4357-A87B-044DD5A4F127}" destId="{639AE65E-38E4-47CF-A847-4AA49BAA9AA2}" srcOrd="1" destOrd="0" presId="urn:microsoft.com/office/officeart/2005/8/layout/vList3#1"/>
    <dgm:cxn modelId="{EB6FDD20-9549-480E-9A98-D167A07D760F}" type="presParOf" srcId="{7BB6F0AA-AE4C-4282-A3F7-91ECE1E1F714}" destId="{2B2108B0-163D-470F-B846-0052B11C2F2C}" srcOrd="27" destOrd="0" presId="urn:microsoft.com/office/officeart/2005/8/layout/vList3#1"/>
    <dgm:cxn modelId="{14C8D990-9C3C-456A-97BE-53F8E525E78D}" type="presParOf" srcId="{7BB6F0AA-AE4C-4282-A3F7-91ECE1E1F714}" destId="{CB116D53-9B8D-476C-B033-9EDDF9290D85}" srcOrd="28" destOrd="0" presId="urn:microsoft.com/office/officeart/2005/8/layout/vList3#1"/>
    <dgm:cxn modelId="{1827EE43-D672-457B-8B54-1A55FB4E59B1}" type="presParOf" srcId="{CB116D53-9B8D-476C-B033-9EDDF9290D85}" destId="{53EBA70E-DB1A-43A5-99DA-ABC288D0777F}" srcOrd="0" destOrd="0" presId="urn:microsoft.com/office/officeart/2005/8/layout/vList3#1"/>
    <dgm:cxn modelId="{0BF3ADE7-2387-41BB-A81D-5EBE005F37D1}" type="presParOf" srcId="{CB116D53-9B8D-476C-B033-9EDDF9290D85}" destId="{3B17652F-AC68-447C-9574-CF0EB4E8AB38}" srcOrd="1" destOrd="0" presId="urn:microsoft.com/office/officeart/2005/8/layout/vList3#1"/>
    <dgm:cxn modelId="{7A31BEF6-099E-4FD4-9AA7-16C4349FE60F}" type="presParOf" srcId="{7BB6F0AA-AE4C-4282-A3F7-91ECE1E1F714}" destId="{51253010-A779-4BFA-97C3-0A8203B4BEA0}" srcOrd="29" destOrd="0" presId="urn:microsoft.com/office/officeart/2005/8/layout/vList3#1"/>
    <dgm:cxn modelId="{EC7D7896-6606-4CC7-8AB7-591A3919CF21}" type="presParOf" srcId="{7BB6F0AA-AE4C-4282-A3F7-91ECE1E1F714}" destId="{2F3F11BA-3445-40D5-9305-43EABA505530}" srcOrd="30" destOrd="0" presId="urn:microsoft.com/office/officeart/2005/8/layout/vList3#1"/>
    <dgm:cxn modelId="{76402E76-EDE7-4CC8-8FAC-8BF108571DD1}" type="presParOf" srcId="{2F3F11BA-3445-40D5-9305-43EABA505530}" destId="{D82D38F4-E727-4585-9E29-88B27D0698E2}" srcOrd="0" destOrd="0" presId="urn:microsoft.com/office/officeart/2005/8/layout/vList3#1"/>
    <dgm:cxn modelId="{7CF7F6C0-4490-47FB-83F0-964914C97010}" type="presParOf" srcId="{2F3F11BA-3445-40D5-9305-43EABA505530}" destId="{D0AC5BD4-98E4-42C5-8036-2437CA2C5FC7}" srcOrd="1" destOrd="0" presId="urn:microsoft.com/office/officeart/2005/8/layout/vList3#1"/>
    <dgm:cxn modelId="{85D23DBA-1942-4E5C-8D9B-AA6D46751118}" type="presParOf" srcId="{7BB6F0AA-AE4C-4282-A3F7-91ECE1E1F714}" destId="{501AE4F5-062E-44AB-9F28-FEDFEB60728A}" srcOrd="31" destOrd="0" presId="urn:microsoft.com/office/officeart/2005/8/layout/vList3#1"/>
    <dgm:cxn modelId="{57DCCBD9-1618-4458-9519-54FF84EC2C9D}" type="presParOf" srcId="{7BB6F0AA-AE4C-4282-A3F7-91ECE1E1F714}" destId="{22F81BE3-264C-4059-9F8D-79EE6059828B}" srcOrd="32" destOrd="0" presId="urn:microsoft.com/office/officeart/2005/8/layout/vList3#1"/>
    <dgm:cxn modelId="{1AA39F0B-2B6D-4E02-8144-B4ED57C0BE0E}" type="presParOf" srcId="{22F81BE3-264C-4059-9F8D-79EE6059828B}" destId="{4B25D71A-F2E7-47C2-ACE4-2A5A7558E1EE}" srcOrd="0" destOrd="0" presId="urn:microsoft.com/office/officeart/2005/8/layout/vList3#1"/>
    <dgm:cxn modelId="{C160E8AE-89B9-4E28-8A14-B98B41761244}" type="presParOf" srcId="{22F81BE3-264C-4059-9F8D-79EE6059828B}" destId="{E11447AD-9D5D-4AC7-A555-F0624B1EA3A0}" srcOrd="1" destOrd="0" presId="urn:microsoft.com/office/officeart/2005/8/layout/vList3#1"/>
    <dgm:cxn modelId="{7D1E5DCC-BB36-4790-A133-64B250BDA425}" type="presParOf" srcId="{7BB6F0AA-AE4C-4282-A3F7-91ECE1E1F714}" destId="{FA791978-CE6C-4CA8-9304-18A125641260}" srcOrd="33" destOrd="0" presId="urn:microsoft.com/office/officeart/2005/8/layout/vList3#1"/>
    <dgm:cxn modelId="{737DFE85-0E61-4F95-9209-9AC4A94E870D}" type="presParOf" srcId="{7BB6F0AA-AE4C-4282-A3F7-91ECE1E1F714}" destId="{1CBFEDAD-2281-4029-9867-929CA7F86D23}" srcOrd="34" destOrd="0" presId="urn:microsoft.com/office/officeart/2005/8/layout/vList3#1"/>
    <dgm:cxn modelId="{0665A0A7-3A98-40B9-A233-BB36E2503C92}" type="presParOf" srcId="{1CBFEDAD-2281-4029-9867-929CA7F86D23}" destId="{DFF844EC-0F30-4046-81EB-694477DD55DF}" srcOrd="0" destOrd="0" presId="urn:microsoft.com/office/officeart/2005/8/layout/vList3#1"/>
    <dgm:cxn modelId="{50C53F88-99BE-4CCF-A845-35A3DA233AE4}" type="presParOf" srcId="{1CBFEDAD-2281-4029-9867-929CA7F86D23}" destId="{591BA027-F046-477C-9A2F-5121223FB687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F4A7D6-9E88-4AF6-883D-F3EE70593EA3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A59AC38-7B69-4096-8928-815074E8BF18}">
      <dgm:prSet phldrT="[Text]"/>
      <dgm:spPr/>
      <dgm:t>
        <a:bodyPr/>
        <a:lstStyle/>
        <a:p>
          <a:r>
            <a:rPr lang="en-IN" dirty="0" smtClean="0"/>
            <a:t>AI</a:t>
          </a:r>
          <a:endParaRPr lang="en-IN" dirty="0"/>
        </a:p>
      </dgm:t>
    </dgm:pt>
    <dgm:pt modelId="{8AC5BF72-F799-47BA-8E3F-E809270A72F1}" type="parTrans" cxnId="{2A678E7A-04DC-47F6-A868-A7EFAAFC5576}">
      <dgm:prSet/>
      <dgm:spPr/>
      <dgm:t>
        <a:bodyPr/>
        <a:lstStyle/>
        <a:p>
          <a:endParaRPr lang="en-IN"/>
        </a:p>
      </dgm:t>
    </dgm:pt>
    <dgm:pt modelId="{1EDF07BF-7AAB-4087-A2B5-0B739A273BBC}" type="sibTrans" cxnId="{2A678E7A-04DC-47F6-A868-A7EFAAFC5576}">
      <dgm:prSet/>
      <dgm:spPr/>
      <dgm:t>
        <a:bodyPr/>
        <a:lstStyle/>
        <a:p>
          <a:endParaRPr lang="en-IN"/>
        </a:p>
      </dgm:t>
    </dgm:pt>
    <dgm:pt modelId="{7BC06A02-F8C2-476D-BFAB-BCC8FEBB91E9}">
      <dgm:prSet phldrT="[Text]"/>
      <dgm:spPr/>
      <dgm:t>
        <a:bodyPr/>
        <a:lstStyle/>
        <a:p>
          <a:r>
            <a:rPr lang="en-IN" dirty="0" smtClean="0"/>
            <a:t>Machine Learning</a:t>
          </a:r>
          <a:endParaRPr lang="en-IN" dirty="0"/>
        </a:p>
      </dgm:t>
    </dgm:pt>
    <dgm:pt modelId="{8F00FC69-968F-44DD-A196-CF5089E49821}" type="parTrans" cxnId="{E71C2313-686C-4C5A-971B-8A4DE6DE0914}">
      <dgm:prSet/>
      <dgm:spPr/>
      <dgm:t>
        <a:bodyPr/>
        <a:lstStyle/>
        <a:p>
          <a:endParaRPr lang="en-IN"/>
        </a:p>
      </dgm:t>
    </dgm:pt>
    <dgm:pt modelId="{EE843CB7-68C1-4363-813D-B7EF8C804BB7}" type="sibTrans" cxnId="{E71C2313-686C-4C5A-971B-8A4DE6DE0914}">
      <dgm:prSet/>
      <dgm:spPr/>
      <dgm:t>
        <a:bodyPr/>
        <a:lstStyle/>
        <a:p>
          <a:endParaRPr lang="en-IN"/>
        </a:p>
      </dgm:t>
    </dgm:pt>
    <dgm:pt modelId="{8567C29D-4EA0-451A-8347-D9A373F3E414}">
      <dgm:prSet phldrT="[Text]"/>
      <dgm:spPr/>
      <dgm:t>
        <a:bodyPr/>
        <a:lstStyle/>
        <a:p>
          <a:r>
            <a:rPr lang="en-IN" dirty="0" smtClean="0"/>
            <a:t>Deep Learning</a:t>
          </a:r>
          <a:endParaRPr lang="en-IN" dirty="0"/>
        </a:p>
      </dgm:t>
    </dgm:pt>
    <dgm:pt modelId="{F8BFCD45-F82B-43AC-BD18-EA2B8215BDDE}" type="parTrans" cxnId="{A2ECB78B-ED67-4354-B25F-C6211F75F4E9}">
      <dgm:prSet/>
      <dgm:spPr/>
      <dgm:t>
        <a:bodyPr/>
        <a:lstStyle/>
        <a:p>
          <a:endParaRPr lang="en-IN"/>
        </a:p>
      </dgm:t>
    </dgm:pt>
    <dgm:pt modelId="{5EAA2881-3EEE-410C-AB67-23ED08A5A004}" type="sibTrans" cxnId="{A2ECB78B-ED67-4354-B25F-C6211F75F4E9}">
      <dgm:prSet/>
      <dgm:spPr/>
      <dgm:t>
        <a:bodyPr/>
        <a:lstStyle/>
        <a:p>
          <a:endParaRPr lang="en-IN"/>
        </a:p>
      </dgm:t>
    </dgm:pt>
    <dgm:pt modelId="{47930777-8AF8-4001-BC45-AA79E01C4345}" type="pres">
      <dgm:prSet presAssocID="{4AF4A7D6-9E88-4AF6-883D-F3EE70593EA3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9DAD37C7-98B5-4749-AE58-0548CC54719A}" type="pres">
      <dgm:prSet presAssocID="{4AF4A7D6-9E88-4AF6-883D-F3EE70593EA3}" presName="comp1" presStyleCnt="0"/>
      <dgm:spPr/>
    </dgm:pt>
    <dgm:pt modelId="{3FED231E-EC16-4D5E-ADC4-2E3897632785}" type="pres">
      <dgm:prSet presAssocID="{4AF4A7D6-9E88-4AF6-883D-F3EE70593EA3}" presName="circle1" presStyleLbl="node1" presStyleIdx="0" presStyleCnt="3"/>
      <dgm:spPr/>
      <dgm:t>
        <a:bodyPr/>
        <a:lstStyle/>
        <a:p>
          <a:endParaRPr lang="en-IN"/>
        </a:p>
      </dgm:t>
    </dgm:pt>
    <dgm:pt modelId="{8984FECF-1A4E-4D8C-BB27-0C636850A564}" type="pres">
      <dgm:prSet presAssocID="{4AF4A7D6-9E88-4AF6-883D-F3EE70593EA3}" presName="c1text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74E2B14-0059-4A96-9B11-C8522BCBB0CB}" type="pres">
      <dgm:prSet presAssocID="{4AF4A7D6-9E88-4AF6-883D-F3EE70593EA3}" presName="comp2" presStyleCnt="0"/>
      <dgm:spPr/>
    </dgm:pt>
    <dgm:pt modelId="{7441D11F-DC78-4955-B1D5-2A9F4BEE0A96}" type="pres">
      <dgm:prSet presAssocID="{4AF4A7D6-9E88-4AF6-883D-F3EE70593EA3}" presName="circle2" presStyleLbl="node1" presStyleIdx="1" presStyleCnt="3"/>
      <dgm:spPr/>
      <dgm:t>
        <a:bodyPr/>
        <a:lstStyle/>
        <a:p>
          <a:endParaRPr lang="en-IN"/>
        </a:p>
      </dgm:t>
    </dgm:pt>
    <dgm:pt modelId="{D8CC2C5F-359C-4B8E-B743-FA4466905141}" type="pres">
      <dgm:prSet presAssocID="{4AF4A7D6-9E88-4AF6-883D-F3EE70593EA3}" presName="c2text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763AAC1-600C-4207-A6D5-66D3F3B7226D}" type="pres">
      <dgm:prSet presAssocID="{4AF4A7D6-9E88-4AF6-883D-F3EE70593EA3}" presName="comp3" presStyleCnt="0"/>
      <dgm:spPr/>
    </dgm:pt>
    <dgm:pt modelId="{29A1668F-9982-4ED0-BED5-FA00A394E599}" type="pres">
      <dgm:prSet presAssocID="{4AF4A7D6-9E88-4AF6-883D-F3EE70593EA3}" presName="circle3" presStyleLbl="node1" presStyleIdx="2" presStyleCnt="3"/>
      <dgm:spPr/>
      <dgm:t>
        <a:bodyPr/>
        <a:lstStyle/>
        <a:p>
          <a:endParaRPr lang="en-IN"/>
        </a:p>
      </dgm:t>
    </dgm:pt>
    <dgm:pt modelId="{C237EF3D-FAEF-488F-8AB3-031E060BC543}" type="pres">
      <dgm:prSet presAssocID="{4AF4A7D6-9E88-4AF6-883D-F3EE70593EA3}" presName="c3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2A678E7A-04DC-47F6-A868-A7EFAAFC5576}" srcId="{4AF4A7D6-9E88-4AF6-883D-F3EE70593EA3}" destId="{FA59AC38-7B69-4096-8928-815074E8BF18}" srcOrd="0" destOrd="0" parTransId="{8AC5BF72-F799-47BA-8E3F-E809270A72F1}" sibTransId="{1EDF07BF-7AAB-4087-A2B5-0B739A273BBC}"/>
    <dgm:cxn modelId="{7C5472C8-A041-4D8B-B929-9E5AC8B3EBB7}" type="presOf" srcId="{FA59AC38-7B69-4096-8928-815074E8BF18}" destId="{8984FECF-1A4E-4D8C-BB27-0C636850A564}" srcOrd="1" destOrd="0" presId="urn:microsoft.com/office/officeart/2005/8/layout/venn2"/>
    <dgm:cxn modelId="{F3E31CA2-F2C1-4F3D-B514-AEBD32651AB2}" type="presOf" srcId="{7BC06A02-F8C2-476D-BFAB-BCC8FEBB91E9}" destId="{7441D11F-DC78-4955-B1D5-2A9F4BEE0A96}" srcOrd="0" destOrd="0" presId="urn:microsoft.com/office/officeart/2005/8/layout/venn2"/>
    <dgm:cxn modelId="{E71C2313-686C-4C5A-971B-8A4DE6DE0914}" srcId="{4AF4A7D6-9E88-4AF6-883D-F3EE70593EA3}" destId="{7BC06A02-F8C2-476D-BFAB-BCC8FEBB91E9}" srcOrd="1" destOrd="0" parTransId="{8F00FC69-968F-44DD-A196-CF5089E49821}" sibTransId="{EE843CB7-68C1-4363-813D-B7EF8C804BB7}"/>
    <dgm:cxn modelId="{E662784A-33AB-40D0-A8ED-F426378BDF81}" type="presOf" srcId="{4AF4A7D6-9E88-4AF6-883D-F3EE70593EA3}" destId="{47930777-8AF8-4001-BC45-AA79E01C4345}" srcOrd="0" destOrd="0" presId="urn:microsoft.com/office/officeart/2005/8/layout/venn2"/>
    <dgm:cxn modelId="{A2ECB78B-ED67-4354-B25F-C6211F75F4E9}" srcId="{4AF4A7D6-9E88-4AF6-883D-F3EE70593EA3}" destId="{8567C29D-4EA0-451A-8347-D9A373F3E414}" srcOrd="2" destOrd="0" parTransId="{F8BFCD45-F82B-43AC-BD18-EA2B8215BDDE}" sibTransId="{5EAA2881-3EEE-410C-AB67-23ED08A5A004}"/>
    <dgm:cxn modelId="{32FC724B-B528-4AF5-887C-F66452264A97}" type="presOf" srcId="{FA59AC38-7B69-4096-8928-815074E8BF18}" destId="{3FED231E-EC16-4D5E-ADC4-2E3897632785}" srcOrd="0" destOrd="0" presId="urn:microsoft.com/office/officeart/2005/8/layout/venn2"/>
    <dgm:cxn modelId="{0924BDFA-7AFF-4B03-961C-29BD7B664466}" type="presOf" srcId="{7BC06A02-F8C2-476D-BFAB-BCC8FEBB91E9}" destId="{D8CC2C5F-359C-4B8E-B743-FA4466905141}" srcOrd="1" destOrd="0" presId="urn:microsoft.com/office/officeart/2005/8/layout/venn2"/>
    <dgm:cxn modelId="{D08EEF16-CE8D-436A-A5C2-F8AA3E89A1B5}" type="presOf" srcId="{8567C29D-4EA0-451A-8347-D9A373F3E414}" destId="{29A1668F-9982-4ED0-BED5-FA00A394E599}" srcOrd="0" destOrd="0" presId="urn:microsoft.com/office/officeart/2005/8/layout/venn2"/>
    <dgm:cxn modelId="{0FABEEA8-23D4-469B-A864-70EC5444840F}" type="presOf" srcId="{8567C29D-4EA0-451A-8347-D9A373F3E414}" destId="{C237EF3D-FAEF-488F-8AB3-031E060BC543}" srcOrd="1" destOrd="0" presId="urn:microsoft.com/office/officeart/2005/8/layout/venn2"/>
    <dgm:cxn modelId="{7C20F9ED-9458-47FA-B1DE-EAC2181DF8D6}" type="presParOf" srcId="{47930777-8AF8-4001-BC45-AA79E01C4345}" destId="{9DAD37C7-98B5-4749-AE58-0548CC54719A}" srcOrd="0" destOrd="0" presId="urn:microsoft.com/office/officeart/2005/8/layout/venn2"/>
    <dgm:cxn modelId="{19977CE9-EEF7-4E97-96D3-563141FAE74D}" type="presParOf" srcId="{9DAD37C7-98B5-4749-AE58-0548CC54719A}" destId="{3FED231E-EC16-4D5E-ADC4-2E3897632785}" srcOrd="0" destOrd="0" presId="urn:microsoft.com/office/officeart/2005/8/layout/venn2"/>
    <dgm:cxn modelId="{1C999842-AC80-4B26-BFBF-7887725DD2C2}" type="presParOf" srcId="{9DAD37C7-98B5-4749-AE58-0548CC54719A}" destId="{8984FECF-1A4E-4D8C-BB27-0C636850A564}" srcOrd="1" destOrd="0" presId="urn:microsoft.com/office/officeart/2005/8/layout/venn2"/>
    <dgm:cxn modelId="{23A3BBAE-9CEF-4431-B4A2-45486AC8410B}" type="presParOf" srcId="{47930777-8AF8-4001-BC45-AA79E01C4345}" destId="{974E2B14-0059-4A96-9B11-C8522BCBB0CB}" srcOrd="1" destOrd="0" presId="urn:microsoft.com/office/officeart/2005/8/layout/venn2"/>
    <dgm:cxn modelId="{2A8FB0A6-84FC-4831-BFAB-FE2BB8064C10}" type="presParOf" srcId="{974E2B14-0059-4A96-9B11-C8522BCBB0CB}" destId="{7441D11F-DC78-4955-B1D5-2A9F4BEE0A96}" srcOrd="0" destOrd="0" presId="urn:microsoft.com/office/officeart/2005/8/layout/venn2"/>
    <dgm:cxn modelId="{87AC4392-4302-41DC-9EA4-A0489FFFD781}" type="presParOf" srcId="{974E2B14-0059-4A96-9B11-C8522BCBB0CB}" destId="{D8CC2C5F-359C-4B8E-B743-FA4466905141}" srcOrd="1" destOrd="0" presId="urn:microsoft.com/office/officeart/2005/8/layout/venn2"/>
    <dgm:cxn modelId="{752D7B7D-57CB-45A2-AAED-0466BC7CB0D0}" type="presParOf" srcId="{47930777-8AF8-4001-BC45-AA79E01C4345}" destId="{8763AAC1-600C-4207-A6D5-66D3F3B7226D}" srcOrd="2" destOrd="0" presId="urn:microsoft.com/office/officeart/2005/8/layout/venn2"/>
    <dgm:cxn modelId="{07B8AF8F-71DC-4CD7-BBEF-AC468092E123}" type="presParOf" srcId="{8763AAC1-600C-4207-A6D5-66D3F3B7226D}" destId="{29A1668F-9982-4ED0-BED5-FA00A394E599}" srcOrd="0" destOrd="0" presId="urn:microsoft.com/office/officeart/2005/8/layout/venn2"/>
    <dgm:cxn modelId="{5ED2513B-4A3B-42D7-845B-14E11FF7D78D}" type="presParOf" srcId="{8763AAC1-600C-4207-A6D5-66D3F3B7226D}" destId="{C237EF3D-FAEF-488F-8AB3-031E060BC543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563086C-FC2F-4CDB-8434-93000FC5FF4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1750B87-2524-49ED-9B28-566242878BDE}">
      <dgm:prSet/>
      <dgm:spPr/>
      <dgm:t>
        <a:bodyPr/>
        <a:lstStyle/>
        <a:p>
          <a:pPr rtl="0"/>
          <a:r>
            <a:rPr lang="en-US" dirty="0" smtClean="0"/>
            <a:t>Clustering</a:t>
          </a:r>
          <a:endParaRPr lang="en-IN" dirty="0"/>
        </a:p>
      </dgm:t>
    </dgm:pt>
    <dgm:pt modelId="{8F38A36D-20CE-49B6-BE15-8481B0CF06F9}" type="parTrans" cxnId="{4FF46105-891E-4000-A6FD-D5D0E6A31C18}">
      <dgm:prSet/>
      <dgm:spPr/>
      <dgm:t>
        <a:bodyPr/>
        <a:lstStyle/>
        <a:p>
          <a:endParaRPr lang="en-IN"/>
        </a:p>
      </dgm:t>
    </dgm:pt>
    <dgm:pt modelId="{4B468CDB-734F-4D7A-ADAD-336907BA08FC}" type="sibTrans" cxnId="{4FF46105-891E-4000-A6FD-D5D0E6A31C18}">
      <dgm:prSet/>
      <dgm:spPr/>
      <dgm:t>
        <a:bodyPr/>
        <a:lstStyle/>
        <a:p>
          <a:endParaRPr lang="en-IN"/>
        </a:p>
      </dgm:t>
    </dgm:pt>
    <dgm:pt modelId="{CB707D20-B1D9-4077-B462-6899FFAFE2B0}">
      <dgm:prSet/>
      <dgm:spPr/>
      <dgm:t>
        <a:bodyPr/>
        <a:lstStyle/>
        <a:p>
          <a:pPr rtl="0"/>
          <a:r>
            <a:rPr lang="en-US" dirty="0" smtClean="0"/>
            <a:t>K-Means clustering</a:t>
          </a:r>
          <a:endParaRPr lang="en-IN" dirty="0"/>
        </a:p>
      </dgm:t>
    </dgm:pt>
    <dgm:pt modelId="{2850DE9C-FBED-42E0-AAA5-028378F25A4A}" type="parTrans" cxnId="{BCB99278-56C9-4119-8BCF-D5E5A1C97441}">
      <dgm:prSet/>
      <dgm:spPr/>
      <dgm:t>
        <a:bodyPr/>
        <a:lstStyle/>
        <a:p>
          <a:endParaRPr lang="en-IN"/>
        </a:p>
      </dgm:t>
    </dgm:pt>
    <dgm:pt modelId="{AFF8702D-28CA-49CA-AC13-22D285E44F1D}" type="sibTrans" cxnId="{BCB99278-56C9-4119-8BCF-D5E5A1C97441}">
      <dgm:prSet/>
      <dgm:spPr/>
      <dgm:t>
        <a:bodyPr/>
        <a:lstStyle/>
        <a:p>
          <a:endParaRPr lang="en-IN"/>
        </a:p>
      </dgm:t>
    </dgm:pt>
    <dgm:pt modelId="{90EA1DE5-4841-4225-99AA-7B4020FF6C70}">
      <dgm:prSet/>
      <dgm:spPr/>
      <dgm:t>
        <a:bodyPr/>
        <a:lstStyle/>
        <a:p>
          <a:pPr rtl="0"/>
          <a:r>
            <a:rPr lang="en-IN" dirty="0" smtClean="0"/>
            <a:t>Hierarchical Clustering</a:t>
          </a:r>
          <a:endParaRPr lang="en-US" dirty="0"/>
        </a:p>
      </dgm:t>
    </dgm:pt>
    <dgm:pt modelId="{95A47AD4-B414-4F06-B83C-38945A09AE92}" type="parTrans" cxnId="{1A2D8662-5E9E-4902-B3FE-F71756D28B44}">
      <dgm:prSet/>
      <dgm:spPr/>
      <dgm:t>
        <a:bodyPr/>
        <a:lstStyle/>
        <a:p>
          <a:endParaRPr lang="en-IN"/>
        </a:p>
      </dgm:t>
    </dgm:pt>
    <dgm:pt modelId="{FD82281B-5A32-426D-999B-7488FAE2EBD8}" type="sibTrans" cxnId="{1A2D8662-5E9E-4902-B3FE-F71756D28B44}">
      <dgm:prSet/>
      <dgm:spPr/>
      <dgm:t>
        <a:bodyPr/>
        <a:lstStyle/>
        <a:p>
          <a:endParaRPr lang="en-IN"/>
        </a:p>
      </dgm:t>
    </dgm:pt>
    <dgm:pt modelId="{7751E990-5516-46A7-A41B-66F569C77451}">
      <dgm:prSet/>
      <dgm:spPr/>
      <dgm:t>
        <a:bodyPr/>
        <a:lstStyle/>
        <a:p>
          <a:pPr rtl="0"/>
          <a:r>
            <a:rPr lang="en-US" dirty="0" smtClean="0"/>
            <a:t>Association Rule Mining</a:t>
          </a:r>
          <a:endParaRPr lang="en-IN" dirty="0"/>
        </a:p>
      </dgm:t>
    </dgm:pt>
    <dgm:pt modelId="{26AF7996-624F-4621-A351-9867D2652391}" type="parTrans" cxnId="{9F81C37E-54C0-4D5E-B55B-5F2798406986}">
      <dgm:prSet/>
      <dgm:spPr/>
      <dgm:t>
        <a:bodyPr/>
        <a:lstStyle/>
        <a:p>
          <a:endParaRPr lang="en-IN"/>
        </a:p>
      </dgm:t>
    </dgm:pt>
    <dgm:pt modelId="{C7D9CD84-8EE6-4E31-A5D0-3AA5C7FE12D1}" type="sibTrans" cxnId="{9F81C37E-54C0-4D5E-B55B-5F2798406986}">
      <dgm:prSet/>
      <dgm:spPr/>
      <dgm:t>
        <a:bodyPr/>
        <a:lstStyle/>
        <a:p>
          <a:endParaRPr lang="en-IN"/>
        </a:p>
      </dgm:t>
    </dgm:pt>
    <dgm:pt modelId="{59FD15EE-452D-499B-8586-DB7B96990AFC}">
      <dgm:prSet/>
      <dgm:spPr/>
      <dgm:t>
        <a:bodyPr/>
        <a:lstStyle/>
        <a:p>
          <a:pPr rtl="0"/>
          <a:r>
            <a:rPr lang="en-US" dirty="0" err="1" smtClean="0"/>
            <a:t>Apriori</a:t>
          </a:r>
          <a:r>
            <a:rPr lang="en-US" dirty="0" smtClean="0"/>
            <a:t> algorithm </a:t>
          </a:r>
          <a:endParaRPr lang="en-US" dirty="0"/>
        </a:p>
      </dgm:t>
    </dgm:pt>
    <dgm:pt modelId="{C97A65C8-18B8-46EA-9065-C26037BE1D3E}" type="parTrans" cxnId="{2D3224A1-6124-408C-8058-41A3854D7288}">
      <dgm:prSet/>
      <dgm:spPr/>
      <dgm:t>
        <a:bodyPr/>
        <a:lstStyle/>
        <a:p>
          <a:endParaRPr lang="en-IN"/>
        </a:p>
      </dgm:t>
    </dgm:pt>
    <dgm:pt modelId="{25590417-FEC9-421E-890D-0EE914A67F95}" type="sibTrans" cxnId="{2D3224A1-6124-408C-8058-41A3854D7288}">
      <dgm:prSet/>
      <dgm:spPr/>
      <dgm:t>
        <a:bodyPr/>
        <a:lstStyle/>
        <a:p>
          <a:endParaRPr lang="en-IN"/>
        </a:p>
      </dgm:t>
    </dgm:pt>
    <dgm:pt modelId="{03E861A1-C45A-4EFD-ABF9-520EAB38B9E2}">
      <dgm:prSet/>
      <dgm:spPr/>
      <dgm:t>
        <a:bodyPr/>
        <a:lstStyle/>
        <a:p>
          <a:pPr rtl="0"/>
          <a:r>
            <a:rPr lang="en-IN" dirty="0" smtClean="0"/>
            <a:t>Recommendation Systems</a:t>
          </a:r>
          <a:endParaRPr lang="en-IN" dirty="0"/>
        </a:p>
      </dgm:t>
    </dgm:pt>
    <dgm:pt modelId="{7BCDFEB8-055A-460A-B718-669E7A75FEFB}" type="parTrans" cxnId="{FFD6F40E-A9C3-4C6F-A631-854DA64AE6DD}">
      <dgm:prSet/>
      <dgm:spPr/>
      <dgm:t>
        <a:bodyPr/>
        <a:lstStyle/>
        <a:p>
          <a:endParaRPr lang="en-IN"/>
        </a:p>
      </dgm:t>
    </dgm:pt>
    <dgm:pt modelId="{9154738D-0C88-437F-B5F5-132F7335AB77}" type="sibTrans" cxnId="{FFD6F40E-A9C3-4C6F-A631-854DA64AE6DD}">
      <dgm:prSet/>
      <dgm:spPr/>
      <dgm:t>
        <a:bodyPr/>
        <a:lstStyle/>
        <a:p>
          <a:endParaRPr lang="en-IN"/>
        </a:p>
      </dgm:t>
    </dgm:pt>
    <dgm:pt modelId="{A268CA77-9A83-440B-A9FD-755D7A5E8D76}">
      <dgm:prSet/>
      <dgm:spPr/>
      <dgm:t>
        <a:bodyPr/>
        <a:lstStyle/>
        <a:p>
          <a:pPr rtl="0"/>
          <a:r>
            <a:rPr lang="en-IN" dirty="0" smtClean="0"/>
            <a:t>Matrix Factorization</a:t>
          </a:r>
          <a:endParaRPr lang="en-IN" dirty="0"/>
        </a:p>
      </dgm:t>
    </dgm:pt>
    <dgm:pt modelId="{1AC0D5B3-26E6-429B-B336-CC7A0906F184}" type="parTrans" cxnId="{91767DFD-7216-4DD0-8D94-F469BFEDB059}">
      <dgm:prSet/>
      <dgm:spPr/>
      <dgm:t>
        <a:bodyPr/>
        <a:lstStyle/>
        <a:p>
          <a:endParaRPr lang="en-IN"/>
        </a:p>
      </dgm:t>
    </dgm:pt>
    <dgm:pt modelId="{E1D5202A-7246-415B-8672-339F299B2680}" type="sibTrans" cxnId="{91767DFD-7216-4DD0-8D94-F469BFEDB059}">
      <dgm:prSet/>
      <dgm:spPr/>
      <dgm:t>
        <a:bodyPr/>
        <a:lstStyle/>
        <a:p>
          <a:endParaRPr lang="en-IN"/>
        </a:p>
      </dgm:t>
    </dgm:pt>
    <dgm:pt modelId="{C1B5A773-740B-4FE5-8684-24FE9CCAFB31}">
      <dgm:prSet/>
      <dgm:spPr/>
      <dgm:t>
        <a:bodyPr/>
        <a:lstStyle/>
        <a:p>
          <a:pPr rtl="0"/>
          <a:r>
            <a:rPr lang="en-IN" dirty="0" smtClean="0"/>
            <a:t>Feature extraction</a:t>
          </a:r>
          <a:endParaRPr lang="en-IN" dirty="0"/>
        </a:p>
      </dgm:t>
    </dgm:pt>
    <dgm:pt modelId="{1D7C2311-19B8-467D-896C-DBB7797F0776}" type="parTrans" cxnId="{1595EE72-1E19-477C-A5FF-D00CCDF7ED2B}">
      <dgm:prSet/>
      <dgm:spPr/>
      <dgm:t>
        <a:bodyPr/>
        <a:lstStyle/>
        <a:p>
          <a:endParaRPr lang="en-IN"/>
        </a:p>
      </dgm:t>
    </dgm:pt>
    <dgm:pt modelId="{042078D7-70C4-48F9-8A72-B40C7D5A907A}" type="sibTrans" cxnId="{1595EE72-1E19-477C-A5FF-D00CCDF7ED2B}">
      <dgm:prSet/>
      <dgm:spPr/>
      <dgm:t>
        <a:bodyPr/>
        <a:lstStyle/>
        <a:p>
          <a:endParaRPr lang="en-IN"/>
        </a:p>
      </dgm:t>
    </dgm:pt>
    <dgm:pt modelId="{2E406BD2-FA8E-4F56-89CB-FAC37F928C3A}">
      <dgm:prSet/>
      <dgm:spPr/>
      <dgm:t>
        <a:bodyPr/>
        <a:lstStyle/>
        <a:p>
          <a:pPr rtl="0"/>
          <a:r>
            <a:rPr lang="en-IN" dirty="0" smtClean="0"/>
            <a:t>Unsupervised Deep Learning</a:t>
          </a:r>
          <a:endParaRPr lang="en-US" dirty="0"/>
        </a:p>
      </dgm:t>
    </dgm:pt>
    <dgm:pt modelId="{F2B608DA-9E67-49CE-B1DB-DEC08B4E5931}" type="parTrans" cxnId="{764AA060-7BE1-4032-BA7A-A9965303939A}">
      <dgm:prSet/>
      <dgm:spPr/>
      <dgm:t>
        <a:bodyPr/>
        <a:lstStyle/>
        <a:p>
          <a:endParaRPr lang="en-IN"/>
        </a:p>
      </dgm:t>
    </dgm:pt>
    <dgm:pt modelId="{5165C397-0B8D-4D27-AF62-FD053C2AD269}" type="sibTrans" cxnId="{764AA060-7BE1-4032-BA7A-A9965303939A}">
      <dgm:prSet/>
      <dgm:spPr/>
      <dgm:t>
        <a:bodyPr/>
        <a:lstStyle/>
        <a:p>
          <a:endParaRPr lang="en-IN"/>
        </a:p>
      </dgm:t>
    </dgm:pt>
    <dgm:pt modelId="{3C791E9A-72A7-460B-BBE8-D509BEB34822}" type="pres">
      <dgm:prSet presAssocID="{5563086C-FC2F-4CDB-8434-93000FC5FF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4E5E819C-43BA-4DA1-B69D-AF58927A5620}" type="pres">
      <dgm:prSet presAssocID="{71750B87-2524-49ED-9B28-566242878BDE}" presName="hierRoot1" presStyleCnt="0">
        <dgm:presLayoutVars>
          <dgm:hierBranch val="init"/>
        </dgm:presLayoutVars>
      </dgm:prSet>
      <dgm:spPr/>
    </dgm:pt>
    <dgm:pt modelId="{4E63A1E5-27C3-43F7-8925-81CCAC7C2811}" type="pres">
      <dgm:prSet presAssocID="{71750B87-2524-49ED-9B28-566242878BDE}" presName="rootComposite1" presStyleCnt="0"/>
      <dgm:spPr/>
    </dgm:pt>
    <dgm:pt modelId="{615A7C87-2337-4CFE-8D8A-F753C2560CED}" type="pres">
      <dgm:prSet presAssocID="{71750B87-2524-49ED-9B28-566242878BDE}" presName="rootText1" presStyleLbl="node0" presStyleIdx="0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7DAAAA2C-FF1C-4848-823B-E6D95384A7DF}" type="pres">
      <dgm:prSet presAssocID="{71750B87-2524-49ED-9B28-566242878BDE}" presName="rootConnector1" presStyleLbl="node1" presStyleIdx="0" presStyleCnt="0"/>
      <dgm:spPr/>
      <dgm:t>
        <a:bodyPr/>
        <a:lstStyle/>
        <a:p>
          <a:endParaRPr lang="en-IN"/>
        </a:p>
      </dgm:t>
    </dgm:pt>
    <dgm:pt modelId="{637C45E2-AC37-4C8E-A907-775CE8785A7A}" type="pres">
      <dgm:prSet presAssocID="{71750B87-2524-49ED-9B28-566242878BDE}" presName="hierChild2" presStyleCnt="0"/>
      <dgm:spPr/>
    </dgm:pt>
    <dgm:pt modelId="{B4141DA0-43C1-4E44-A95C-BD27412F2447}" type="pres">
      <dgm:prSet presAssocID="{2850DE9C-FBED-42E0-AAA5-028378F25A4A}" presName="Name37" presStyleLbl="parChTrans1D2" presStyleIdx="0" presStyleCnt="5"/>
      <dgm:spPr/>
      <dgm:t>
        <a:bodyPr/>
        <a:lstStyle/>
        <a:p>
          <a:endParaRPr lang="en-IN"/>
        </a:p>
      </dgm:t>
    </dgm:pt>
    <dgm:pt modelId="{A5FA78AF-D1F7-4173-A808-1C2610699E1B}" type="pres">
      <dgm:prSet presAssocID="{CB707D20-B1D9-4077-B462-6899FFAFE2B0}" presName="hierRoot2" presStyleCnt="0">
        <dgm:presLayoutVars>
          <dgm:hierBranch val="init"/>
        </dgm:presLayoutVars>
      </dgm:prSet>
      <dgm:spPr/>
    </dgm:pt>
    <dgm:pt modelId="{D46404B6-7D25-415E-BD27-BEBA46A3A113}" type="pres">
      <dgm:prSet presAssocID="{CB707D20-B1D9-4077-B462-6899FFAFE2B0}" presName="rootComposite" presStyleCnt="0"/>
      <dgm:spPr/>
    </dgm:pt>
    <dgm:pt modelId="{FC9E36C2-C6D3-4675-B093-EF75BCE46ECA}" type="pres">
      <dgm:prSet presAssocID="{CB707D20-B1D9-4077-B462-6899FFAFE2B0}" presName="rootText" presStyleLbl="node2" presStyleIdx="0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4D7CB9C-CABD-4810-969A-8DF872587DD2}" type="pres">
      <dgm:prSet presAssocID="{CB707D20-B1D9-4077-B462-6899FFAFE2B0}" presName="rootConnector" presStyleLbl="node2" presStyleIdx="0" presStyleCnt="5"/>
      <dgm:spPr/>
      <dgm:t>
        <a:bodyPr/>
        <a:lstStyle/>
        <a:p>
          <a:endParaRPr lang="en-IN"/>
        </a:p>
      </dgm:t>
    </dgm:pt>
    <dgm:pt modelId="{E954C405-6D39-42F7-91A2-4593432B8EF0}" type="pres">
      <dgm:prSet presAssocID="{CB707D20-B1D9-4077-B462-6899FFAFE2B0}" presName="hierChild4" presStyleCnt="0"/>
      <dgm:spPr/>
    </dgm:pt>
    <dgm:pt modelId="{E57EBD30-E17A-4009-B414-A1D2578AB010}" type="pres">
      <dgm:prSet presAssocID="{CB707D20-B1D9-4077-B462-6899FFAFE2B0}" presName="hierChild5" presStyleCnt="0"/>
      <dgm:spPr/>
    </dgm:pt>
    <dgm:pt modelId="{50D17824-B0E2-4FEA-9DE7-372398C6EE34}" type="pres">
      <dgm:prSet presAssocID="{95A47AD4-B414-4F06-B83C-38945A09AE92}" presName="Name37" presStyleLbl="parChTrans1D2" presStyleIdx="1" presStyleCnt="5"/>
      <dgm:spPr/>
      <dgm:t>
        <a:bodyPr/>
        <a:lstStyle/>
        <a:p>
          <a:endParaRPr lang="en-IN"/>
        </a:p>
      </dgm:t>
    </dgm:pt>
    <dgm:pt modelId="{0C78ADFF-C4A2-411B-8359-72124A712E5E}" type="pres">
      <dgm:prSet presAssocID="{90EA1DE5-4841-4225-99AA-7B4020FF6C70}" presName="hierRoot2" presStyleCnt="0">
        <dgm:presLayoutVars>
          <dgm:hierBranch val="init"/>
        </dgm:presLayoutVars>
      </dgm:prSet>
      <dgm:spPr/>
    </dgm:pt>
    <dgm:pt modelId="{E921A7C8-BF79-4F32-A169-CE9EDFA9E428}" type="pres">
      <dgm:prSet presAssocID="{90EA1DE5-4841-4225-99AA-7B4020FF6C70}" presName="rootComposite" presStyleCnt="0"/>
      <dgm:spPr/>
    </dgm:pt>
    <dgm:pt modelId="{2B29E5AF-63AC-4A66-82C2-C805395E8669}" type="pres">
      <dgm:prSet presAssocID="{90EA1DE5-4841-4225-99AA-7B4020FF6C70}" presName="rootText" presStyleLbl="node2" presStyleIdx="1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639833C-CE7D-4A13-A3DE-F90A9EA81781}" type="pres">
      <dgm:prSet presAssocID="{90EA1DE5-4841-4225-99AA-7B4020FF6C70}" presName="rootConnector" presStyleLbl="node2" presStyleIdx="1" presStyleCnt="5"/>
      <dgm:spPr/>
      <dgm:t>
        <a:bodyPr/>
        <a:lstStyle/>
        <a:p>
          <a:endParaRPr lang="en-IN"/>
        </a:p>
      </dgm:t>
    </dgm:pt>
    <dgm:pt modelId="{4F3EC912-5CE7-47DF-8A15-F25E920C0E74}" type="pres">
      <dgm:prSet presAssocID="{90EA1DE5-4841-4225-99AA-7B4020FF6C70}" presName="hierChild4" presStyleCnt="0"/>
      <dgm:spPr/>
    </dgm:pt>
    <dgm:pt modelId="{70C291E6-BFD2-4DCC-9DF6-3C859FFD322A}" type="pres">
      <dgm:prSet presAssocID="{90EA1DE5-4841-4225-99AA-7B4020FF6C70}" presName="hierChild5" presStyleCnt="0"/>
      <dgm:spPr/>
    </dgm:pt>
    <dgm:pt modelId="{23F752AA-F394-4D74-9277-4E410150E5FB}" type="pres">
      <dgm:prSet presAssocID="{71750B87-2524-49ED-9B28-566242878BDE}" presName="hierChild3" presStyleCnt="0"/>
      <dgm:spPr/>
    </dgm:pt>
    <dgm:pt modelId="{3BD67A57-BB1C-4FAF-9D7E-2BB0D971A2AC}" type="pres">
      <dgm:prSet presAssocID="{7751E990-5516-46A7-A41B-66F569C77451}" presName="hierRoot1" presStyleCnt="0">
        <dgm:presLayoutVars>
          <dgm:hierBranch val="init"/>
        </dgm:presLayoutVars>
      </dgm:prSet>
      <dgm:spPr/>
    </dgm:pt>
    <dgm:pt modelId="{3B0432CE-37B1-4476-BA97-465E095D1099}" type="pres">
      <dgm:prSet presAssocID="{7751E990-5516-46A7-A41B-66F569C77451}" presName="rootComposite1" presStyleCnt="0"/>
      <dgm:spPr/>
    </dgm:pt>
    <dgm:pt modelId="{480133FF-ADB2-4938-9DD8-3CB15129752B}" type="pres">
      <dgm:prSet presAssocID="{7751E990-5516-46A7-A41B-66F569C77451}" presName="rootText1" presStyleLbl="node0" presStyleIdx="1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3EBC7FB-C98B-4013-9E52-4F8F8F896804}" type="pres">
      <dgm:prSet presAssocID="{7751E990-5516-46A7-A41B-66F569C77451}" presName="rootConnector1" presStyleLbl="node1" presStyleIdx="0" presStyleCnt="0"/>
      <dgm:spPr/>
      <dgm:t>
        <a:bodyPr/>
        <a:lstStyle/>
        <a:p>
          <a:endParaRPr lang="en-IN"/>
        </a:p>
      </dgm:t>
    </dgm:pt>
    <dgm:pt modelId="{8F25D1F4-A48F-4B3D-A9BC-2B13077B38CC}" type="pres">
      <dgm:prSet presAssocID="{7751E990-5516-46A7-A41B-66F569C77451}" presName="hierChild2" presStyleCnt="0"/>
      <dgm:spPr/>
    </dgm:pt>
    <dgm:pt modelId="{AF611FA8-2DDA-4C44-ABDB-DE7F909C136C}" type="pres">
      <dgm:prSet presAssocID="{C97A65C8-18B8-46EA-9065-C26037BE1D3E}" presName="Name37" presStyleLbl="parChTrans1D2" presStyleIdx="2" presStyleCnt="5"/>
      <dgm:spPr/>
      <dgm:t>
        <a:bodyPr/>
        <a:lstStyle/>
        <a:p>
          <a:endParaRPr lang="en-IN"/>
        </a:p>
      </dgm:t>
    </dgm:pt>
    <dgm:pt modelId="{0CCF3DE9-58E0-4D58-B09F-31D0451CF41A}" type="pres">
      <dgm:prSet presAssocID="{59FD15EE-452D-499B-8586-DB7B96990AFC}" presName="hierRoot2" presStyleCnt="0">
        <dgm:presLayoutVars>
          <dgm:hierBranch val="init"/>
        </dgm:presLayoutVars>
      </dgm:prSet>
      <dgm:spPr/>
    </dgm:pt>
    <dgm:pt modelId="{5D535935-A721-4488-9339-3930DD37CEFB}" type="pres">
      <dgm:prSet presAssocID="{59FD15EE-452D-499B-8586-DB7B96990AFC}" presName="rootComposite" presStyleCnt="0"/>
      <dgm:spPr/>
    </dgm:pt>
    <dgm:pt modelId="{B7E1F008-272A-4F5F-8565-E2B7791CC24F}" type="pres">
      <dgm:prSet presAssocID="{59FD15EE-452D-499B-8586-DB7B96990AFC}" presName="rootText" presStyleLbl="node2" presStyleIdx="2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59164C3-DAF0-4B28-8869-159710E1B8CF}" type="pres">
      <dgm:prSet presAssocID="{59FD15EE-452D-499B-8586-DB7B96990AFC}" presName="rootConnector" presStyleLbl="node2" presStyleIdx="2" presStyleCnt="5"/>
      <dgm:spPr/>
      <dgm:t>
        <a:bodyPr/>
        <a:lstStyle/>
        <a:p>
          <a:endParaRPr lang="en-IN"/>
        </a:p>
      </dgm:t>
    </dgm:pt>
    <dgm:pt modelId="{B01DAC0B-A6AE-4596-AF1F-2F9B82852118}" type="pres">
      <dgm:prSet presAssocID="{59FD15EE-452D-499B-8586-DB7B96990AFC}" presName="hierChild4" presStyleCnt="0"/>
      <dgm:spPr/>
    </dgm:pt>
    <dgm:pt modelId="{731011A2-5A5C-4A49-ACA8-3F7DE21B7F8F}" type="pres">
      <dgm:prSet presAssocID="{59FD15EE-452D-499B-8586-DB7B96990AFC}" presName="hierChild5" presStyleCnt="0"/>
      <dgm:spPr/>
    </dgm:pt>
    <dgm:pt modelId="{0C376CEB-9F91-4D88-9F0F-D996DA981A6C}" type="pres">
      <dgm:prSet presAssocID="{7751E990-5516-46A7-A41B-66F569C77451}" presName="hierChild3" presStyleCnt="0"/>
      <dgm:spPr/>
    </dgm:pt>
    <dgm:pt modelId="{8DA30D43-5BB5-4F8A-B1B6-C8BBDA8708E2}" type="pres">
      <dgm:prSet presAssocID="{03E861A1-C45A-4EFD-ABF9-520EAB38B9E2}" presName="hierRoot1" presStyleCnt="0">
        <dgm:presLayoutVars>
          <dgm:hierBranch val="init"/>
        </dgm:presLayoutVars>
      </dgm:prSet>
      <dgm:spPr/>
    </dgm:pt>
    <dgm:pt modelId="{F4F75319-C9A4-44D6-94CF-BB6A8A75C18A}" type="pres">
      <dgm:prSet presAssocID="{03E861A1-C45A-4EFD-ABF9-520EAB38B9E2}" presName="rootComposite1" presStyleCnt="0"/>
      <dgm:spPr/>
    </dgm:pt>
    <dgm:pt modelId="{09AEDBB5-2070-4DA5-9A46-EEDFE699E500}" type="pres">
      <dgm:prSet presAssocID="{03E861A1-C45A-4EFD-ABF9-520EAB38B9E2}" presName="rootText1" presStyleLbl="node0" presStyleIdx="2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A2B22618-C78C-4204-9648-4E481E841E9C}" type="pres">
      <dgm:prSet presAssocID="{03E861A1-C45A-4EFD-ABF9-520EAB38B9E2}" presName="rootConnector1" presStyleLbl="node1" presStyleIdx="0" presStyleCnt="0"/>
      <dgm:spPr/>
      <dgm:t>
        <a:bodyPr/>
        <a:lstStyle/>
        <a:p>
          <a:endParaRPr lang="en-IN"/>
        </a:p>
      </dgm:t>
    </dgm:pt>
    <dgm:pt modelId="{6AEB695B-CF6F-4C90-B1C3-5225586EC0B2}" type="pres">
      <dgm:prSet presAssocID="{03E861A1-C45A-4EFD-ABF9-520EAB38B9E2}" presName="hierChild2" presStyleCnt="0"/>
      <dgm:spPr/>
    </dgm:pt>
    <dgm:pt modelId="{016EC0D3-E3BF-49AF-81B3-26DACE38607E}" type="pres">
      <dgm:prSet presAssocID="{1AC0D5B3-26E6-429B-B336-CC7A0906F184}" presName="Name37" presStyleLbl="parChTrans1D2" presStyleIdx="3" presStyleCnt="5"/>
      <dgm:spPr/>
      <dgm:t>
        <a:bodyPr/>
        <a:lstStyle/>
        <a:p>
          <a:endParaRPr lang="en-IN"/>
        </a:p>
      </dgm:t>
    </dgm:pt>
    <dgm:pt modelId="{FBB678E6-14AC-44E7-B1E1-23F08A41CCFF}" type="pres">
      <dgm:prSet presAssocID="{A268CA77-9A83-440B-A9FD-755D7A5E8D76}" presName="hierRoot2" presStyleCnt="0">
        <dgm:presLayoutVars>
          <dgm:hierBranch val="init"/>
        </dgm:presLayoutVars>
      </dgm:prSet>
      <dgm:spPr/>
    </dgm:pt>
    <dgm:pt modelId="{FEFAA431-BB5E-4452-A761-906B350E6736}" type="pres">
      <dgm:prSet presAssocID="{A268CA77-9A83-440B-A9FD-755D7A5E8D76}" presName="rootComposite" presStyleCnt="0"/>
      <dgm:spPr/>
    </dgm:pt>
    <dgm:pt modelId="{17448D0C-A0C3-49CD-9EBC-E7CD0B50846F}" type="pres">
      <dgm:prSet presAssocID="{A268CA77-9A83-440B-A9FD-755D7A5E8D76}" presName="rootText" presStyleLbl="node2" presStyleIdx="3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25AC7F1-7C8F-467F-A4CE-614DA21089DA}" type="pres">
      <dgm:prSet presAssocID="{A268CA77-9A83-440B-A9FD-755D7A5E8D76}" presName="rootConnector" presStyleLbl="node2" presStyleIdx="3" presStyleCnt="5"/>
      <dgm:spPr/>
      <dgm:t>
        <a:bodyPr/>
        <a:lstStyle/>
        <a:p>
          <a:endParaRPr lang="en-IN"/>
        </a:p>
      </dgm:t>
    </dgm:pt>
    <dgm:pt modelId="{6A903DFD-A940-419E-ADE8-6F3742262BEC}" type="pres">
      <dgm:prSet presAssocID="{A268CA77-9A83-440B-A9FD-755D7A5E8D76}" presName="hierChild4" presStyleCnt="0"/>
      <dgm:spPr/>
    </dgm:pt>
    <dgm:pt modelId="{61AD38C2-F063-4606-8591-AFBD505A61B1}" type="pres">
      <dgm:prSet presAssocID="{A268CA77-9A83-440B-A9FD-755D7A5E8D76}" presName="hierChild5" presStyleCnt="0"/>
      <dgm:spPr/>
    </dgm:pt>
    <dgm:pt modelId="{9A32681C-E0A3-41AE-A54A-309F7E965277}" type="pres">
      <dgm:prSet presAssocID="{03E861A1-C45A-4EFD-ABF9-520EAB38B9E2}" presName="hierChild3" presStyleCnt="0"/>
      <dgm:spPr/>
    </dgm:pt>
    <dgm:pt modelId="{1071A6E3-C95D-4D66-9C25-65A95F873939}" type="pres">
      <dgm:prSet presAssocID="{C1B5A773-740B-4FE5-8684-24FE9CCAFB31}" presName="hierRoot1" presStyleCnt="0">
        <dgm:presLayoutVars>
          <dgm:hierBranch val="init"/>
        </dgm:presLayoutVars>
      </dgm:prSet>
      <dgm:spPr/>
    </dgm:pt>
    <dgm:pt modelId="{888DE790-9CB6-4A5B-A1C9-895564474ADD}" type="pres">
      <dgm:prSet presAssocID="{C1B5A773-740B-4FE5-8684-24FE9CCAFB31}" presName="rootComposite1" presStyleCnt="0"/>
      <dgm:spPr/>
    </dgm:pt>
    <dgm:pt modelId="{852227CF-F357-4C30-9878-0393A555E380}" type="pres">
      <dgm:prSet presAssocID="{C1B5A773-740B-4FE5-8684-24FE9CCAFB31}" presName="rootText1" presStyleLbl="node0" presStyleIdx="3" presStyleCnt="4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A882DA8-57CE-44ED-BFF4-AE635F33F74B}" type="pres">
      <dgm:prSet presAssocID="{C1B5A773-740B-4FE5-8684-24FE9CCAFB31}" presName="rootConnector1" presStyleLbl="node1" presStyleIdx="0" presStyleCnt="0"/>
      <dgm:spPr/>
      <dgm:t>
        <a:bodyPr/>
        <a:lstStyle/>
        <a:p>
          <a:endParaRPr lang="en-IN"/>
        </a:p>
      </dgm:t>
    </dgm:pt>
    <dgm:pt modelId="{DB94877E-FD7D-4E85-8E15-A96C85392DAB}" type="pres">
      <dgm:prSet presAssocID="{C1B5A773-740B-4FE5-8684-24FE9CCAFB31}" presName="hierChild2" presStyleCnt="0"/>
      <dgm:spPr/>
    </dgm:pt>
    <dgm:pt modelId="{17B7B7FB-B693-4A57-A742-C1A131AAC8A6}" type="pres">
      <dgm:prSet presAssocID="{F2B608DA-9E67-49CE-B1DB-DEC08B4E5931}" presName="Name37" presStyleLbl="parChTrans1D2" presStyleIdx="4" presStyleCnt="5"/>
      <dgm:spPr/>
      <dgm:t>
        <a:bodyPr/>
        <a:lstStyle/>
        <a:p>
          <a:endParaRPr lang="en-IN"/>
        </a:p>
      </dgm:t>
    </dgm:pt>
    <dgm:pt modelId="{0B9ADC79-C8E9-47B5-991B-945EAEDBF171}" type="pres">
      <dgm:prSet presAssocID="{2E406BD2-FA8E-4F56-89CB-FAC37F928C3A}" presName="hierRoot2" presStyleCnt="0">
        <dgm:presLayoutVars>
          <dgm:hierBranch val="init"/>
        </dgm:presLayoutVars>
      </dgm:prSet>
      <dgm:spPr/>
    </dgm:pt>
    <dgm:pt modelId="{E30F60A6-822F-4D98-92F2-781126C0C137}" type="pres">
      <dgm:prSet presAssocID="{2E406BD2-FA8E-4F56-89CB-FAC37F928C3A}" presName="rootComposite" presStyleCnt="0"/>
      <dgm:spPr/>
    </dgm:pt>
    <dgm:pt modelId="{E9CD9409-2FFD-45EC-8AA6-E5011BF10B46}" type="pres">
      <dgm:prSet presAssocID="{2E406BD2-FA8E-4F56-89CB-FAC37F928C3A}" presName="rootText" presStyleLbl="node2" presStyleIdx="4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520E956-5D95-4FCB-8C5D-CF4F0FF2991C}" type="pres">
      <dgm:prSet presAssocID="{2E406BD2-FA8E-4F56-89CB-FAC37F928C3A}" presName="rootConnector" presStyleLbl="node2" presStyleIdx="4" presStyleCnt="5"/>
      <dgm:spPr/>
      <dgm:t>
        <a:bodyPr/>
        <a:lstStyle/>
        <a:p>
          <a:endParaRPr lang="en-IN"/>
        </a:p>
      </dgm:t>
    </dgm:pt>
    <dgm:pt modelId="{A76C4C92-C4B1-4E2B-B368-6AB20497E2AD}" type="pres">
      <dgm:prSet presAssocID="{2E406BD2-FA8E-4F56-89CB-FAC37F928C3A}" presName="hierChild4" presStyleCnt="0"/>
      <dgm:spPr/>
    </dgm:pt>
    <dgm:pt modelId="{40ED292E-76D6-40C0-A68D-C4608E5F7D66}" type="pres">
      <dgm:prSet presAssocID="{2E406BD2-FA8E-4F56-89CB-FAC37F928C3A}" presName="hierChild5" presStyleCnt="0"/>
      <dgm:spPr/>
    </dgm:pt>
    <dgm:pt modelId="{BD0BE9A5-7F8D-44EC-9371-ABD152948DD7}" type="pres">
      <dgm:prSet presAssocID="{C1B5A773-740B-4FE5-8684-24FE9CCAFB31}" presName="hierChild3" presStyleCnt="0"/>
      <dgm:spPr/>
    </dgm:pt>
  </dgm:ptLst>
  <dgm:cxnLst>
    <dgm:cxn modelId="{26987CC6-E0ED-4AD4-83BD-EF3D8FD307FE}" type="presOf" srcId="{71750B87-2524-49ED-9B28-566242878BDE}" destId="{7DAAAA2C-FF1C-4848-823B-E6D95384A7DF}" srcOrd="1" destOrd="0" presId="urn:microsoft.com/office/officeart/2005/8/layout/orgChart1"/>
    <dgm:cxn modelId="{4C667DE9-52D4-4E1E-8536-F291137E348C}" type="presOf" srcId="{90EA1DE5-4841-4225-99AA-7B4020FF6C70}" destId="{B639833C-CE7D-4A13-A3DE-F90A9EA81781}" srcOrd="1" destOrd="0" presId="urn:microsoft.com/office/officeart/2005/8/layout/orgChart1"/>
    <dgm:cxn modelId="{1A2D8662-5E9E-4902-B3FE-F71756D28B44}" srcId="{71750B87-2524-49ED-9B28-566242878BDE}" destId="{90EA1DE5-4841-4225-99AA-7B4020FF6C70}" srcOrd="1" destOrd="0" parTransId="{95A47AD4-B414-4F06-B83C-38945A09AE92}" sibTransId="{FD82281B-5A32-426D-999B-7488FAE2EBD8}"/>
    <dgm:cxn modelId="{43BF1170-2ECE-4015-807D-1F28825FC4F1}" type="presOf" srcId="{7751E990-5516-46A7-A41B-66F569C77451}" destId="{480133FF-ADB2-4938-9DD8-3CB15129752B}" srcOrd="0" destOrd="0" presId="urn:microsoft.com/office/officeart/2005/8/layout/orgChart1"/>
    <dgm:cxn modelId="{4FF46105-891E-4000-A6FD-D5D0E6A31C18}" srcId="{5563086C-FC2F-4CDB-8434-93000FC5FF4E}" destId="{71750B87-2524-49ED-9B28-566242878BDE}" srcOrd="0" destOrd="0" parTransId="{8F38A36D-20CE-49B6-BE15-8481B0CF06F9}" sibTransId="{4B468CDB-734F-4D7A-ADAD-336907BA08FC}"/>
    <dgm:cxn modelId="{764AA060-7BE1-4032-BA7A-A9965303939A}" srcId="{C1B5A773-740B-4FE5-8684-24FE9CCAFB31}" destId="{2E406BD2-FA8E-4F56-89CB-FAC37F928C3A}" srcOrd="0" destOrd="0" parTransId="{F2B608DA-9E67-49CE-B1DB-DEC08B4E5931}" sibTransId="{5165C397-0B8D-4D27-AF62-FD053C2AD269}"/>
    <dgm:cxn modelId="{FFC48F66-6DE9-44D6-B819-3B26DC851E05}" type="presOf" srcId="{2850DE9C-FBED-42E0-AAA5-028378F25A4A}" destId="{B4141DA0-43C1-4E44-A95C-BD27412F2447}" srcOrd="0" destOrd="0" presId="urn:microsoft.com/office/officeart/2005/8/layout/orgChart1"/>
    <dgm:cxn modelId="{80AD27EF-6791-4940-B0FD-22DCA70A37BB}" type="presOf" srcId="{C1B5A773-740B-4FE5-8684-24FE9CCAFB31}" destId="{2A882DA8-57CE-44ED-BFF4-AE635F33F74B}" srcOrd="1" destOrd="0" presId="urn:microsoft.com/office/officeart/2005/8/layout/orgChart1"/>
    <dgm:cxn modelId="{EA83E59F-B490-4159-8F46-C01ECD09F25A}" type="presOf" srcId="{03E861A1-C45A-4EFD-ABF9-520EAB38B9E2}" destId="{09AEDBB5-2070-4DA5-9A46-EEDFE699E500}" srcOrd="0" destOrd="0" presId="urn:microsoft.com/office/officeart/2005/8/layout/orgChart1"/>
    <dgm:cxn modelId="{91767DFD-7216-4DD0-8D94-F469BFEDB059}" srcId="{03E861A1-C45A-4EFD-ABF9-520EAB38B9E2}" destId="{A268CA77-9A83-440B-A9FD-755D7A5E8D76}" srcOrd="0" destOrd="0" parTransId="{1AC0D5B3-26E6-429B-B336-CC7A0906F184}" sibTransId="{E1D5202A-7246-415B-8672-339F299B2680}"/>
    <dgm:cxn modelId="{2A001922-4477-465B-95CE-524AA546C285}" type="presOf" srcId="{F2B608DA-9E67-49CE-B1DB-DEC08B4E5931}" destId="{17B7B7FB-B693-4A57-A742-C1A131AAC8A6}" srcOrd="0" destOrd="0" presId="urn:microsoft.com/office/officeart/2005/8/layout/orgChart1"/>
    <dgm:cxn modelId="{CCCD4B9B-3360-4345-8950-4FBC460EFF17}" type="presOf" srcId="{03E861A1-C45A-4EFD-ABF9-520EAB38B9E2}" destId="{A2B22618-C78C-4204-9648-4E481E841E9C}" srcOrd="1" destOrd="0" presId="urn:microsoft.com/office/officeart/2005/8/layout/orgChart1"/>
    <dgm:cxn modelId="{ECE3561E-E72D-499C-9624-3E8F47222372}" type="presOf" srcId="{71750B87-2524-49ED-9B28-566242878BDE}" destId="{615A7C87-2337-4CFE-8D8A-F753C2560CED}" srcOrd="0" destOrd="0" presId="urn:microsoft.com/office/officeart/2005/8/layout/orgChart1"/>
    <dgm:cxn modelId="{F1047889-FDAE-4E0A-B305-CFC6420542AA}" type="presOf" srcId="{59FD15EE-452D-499B-8586-DB7B96990AFC}" destId="{A59164C3-DAF0-4B28-8869-159710E1B8CF}" srcOrd="1" destOrd="0" presId="urn:microsoft.com/office/officeart/2005/8/layout/orgChart1"/>
    <dgm:cxn modelId="{2D3224A1-6124-408C-8058-41A3854D7288}" srcId="{7751E990-5516-46A7-A41B-66F569C77451}" destId="{59FD15EE-452D-499B-8586-DB7B96990AFC}" srcOrd="0" destOrd="0" parTransId="{C97A65C8-18B8-46EA-9065-C26037BE1D3E}" sibTransId="{25590417-FEC9-421E-890D-0EE914A67F95}"/>
    <dgm:cxn modelId="{53FAE1A2-077A-4AB5-8EE4-76800D062B7B}" type="presOf" srcId="{95A47AD4-B414-4F06-B83C-38945A09AE92}" destId="{50D17824-B0E2-4FEA-9DE7-372398C6EE34}" srcOrd="0" destOrd="0" presId="urn:microsoft.com/office/officeart/2005/8/layout/orgChart1"/>
    <dgm:cxn modelId="{1595EE72-1E19-477C-A5FF-D00CCDF7ED2B}" srcId="{5563086C-FC2F-4CDB-8434-93000FC5FF4E}" destId="{C1B5A773-740B-4FE5-8684-24FE9CCAFB31}" srcOrd="3" destOrd="0" parTransId="{1D7C2311-19B8-467D-896C-DBB7797F0776}" sibTransId="{042078D7-70C4-48F9-8A72-B40C7D5A907A}"/>
    <dgm:cxn modelId="{6420923B-4641-4365-B5DF-9772E2E6EE8C}" type="presOf" srcId="{A268CA77-9A83-440B-A9FD-755D7A5E8D76}" destId="{D25AC7F1-7C8F-467F-A4CE-614DA21089DA}" srcOrd="1" destOrd="0" presId="urn:microsoft.com/office/officeart/2005/8/layout/orgChart1"/>
    <dgm:cxn modelId="{CB2201E9-9A18-4F7B-810A-BC936C0D74DA}" type="presOf" srcId="{CB707D20-B1D9-4077-B462-6899FFAFE2B0}" destId="{FC9E36C2-C6D3-4675-B093-EF75BCE46ECA}" srcOrd="0" destOrd="0" presId="urn:microsoft.com/office/officeart/2005/8/layout/orgChart1"/>
    <dgm:cxn modelId="{60A92D21-518D-4467-8078-B9C8260ACC91}" type="presOf" srcId="{59FD15EE-452D-499B-8586-DB7B96990AFC}" destId="{B7E1F008-272A-4F5F-8565-E2B7791CC24F}" srcOrd="0" destOrd="0" presId="urn:microsoft.com/office/officeart/2005/8/layout/orgChart1"/>
    <dgm:cxn modelId="{94D832E3-FCF9-4927-94DC-4A1A3506D77D}" type="presOf" srcId="{C97A65C8-18B8-46EA-9065-C26037BE1D3E}" destId="{AF611FA8-2DDA-4C44-ABDB-DE7F909C136C}" srcOrd="0" destOrd="0" presId="urn:microsoft.com/office/officeart/2005/8/layout/orgChart1"/>
    <dgm:cxn modelId="{0D3D33A9-1681-48A3-886D-2A91D3ED9BC6}" type="presOf" srcId="{90EA1DE5-4841-4225-99AA-7B4020FF6C70}" destId="{2B29E5AF-63AC-4A66-82C2-C805395E8669}" srcOrd="0" destOrd="0" presId="urn:microsoft.com/office/officeart/2005/8/layout/orgChart1"/>
    <dgm:cxn modelId="{BCB99278-56C9-4119-8BCF-D5E5A1C97441}" srcId="{71750B87-2524-49ED-9B28-566242878BDE}" destId="{CB707D20-B1D9-4077-B462-6899FFAFE2B0}" srcOrd="0" destOrd="0" parTransId="{2850DE9C-FBED-42E0-AAA5-028378F25A4A}" sibTransId="{AFF8702D-28CA-49CA-AC13-22D285E44F1D}"/>
    <dgm:cxn modelId="{EE755900-FCC5-46BF-825F-61CC44A215C4}" type="presOf" srcId="{C1B5A773-740B-4FE5-8684-24FE9CCAFB31}" destId="{852227CF-F357-4C30-9878-0393A555E380}" srcOrd="0" destOrd="0" presId="urn:microsoft.com/office/officeart/2005/8/layout/orgChart1"/>
    <dgm:cxn modelId="{6C281614-AA5E-4357-BB8C-97DAA101C735}" type="presOf" srcId="{1AC0D5B3-26E6-429B-B336-CC7A0906F184}" destId="{016EC0D3-E3BF-49AF-81B3-26DACE38607E}" srcOrd="0" destOrd="0" presId="urn:microsoft.com/office/officeart/2005/8/layout/orgChart1"/>
    <dgm:cxn modelId="{67EF95B9-FB7F-45D6-A376-6E9FBE97B4EA}" type="presOf" srcId="{2E406BD2-FA8E-4F56-89CB-FAC37F928C3A}" destId="{E9CD9409-2FFD-45EC-8AA6-E5011BF10B46}" srcOrd="0" destOrd="0" presId="urn:microsoft.com/office/officeart/2005/8/layout/orgChart1"/>
    <dgm:cxn modelId="{5A622466-E547-45BD-BE09-88A3431F5DE5}" type="presOf" srcId="{2E406BD2-FA8E-4F56-89CB-FAC37F928C3A}" destId="{C520E956-5D95-4FCB-8C5D-CF4F0FF2991C}" srcOrd="1" destOrd="0" presId="urn:microsoft.com/office/officeart/2005/8/layout/orgChart1"/>
    <dgm:cxn modelId="{34E74FE2-2F67-4378-9651-2241798B9252}" type="presOf" srcId="{5563086C-FC2F-4CDB-8434-93000FC5FF4E}" destId="{3C791E9A-72A7-460B-BBE8-D509BEB34822}" srcOrd="0" destOrd="0" presId="urn:microsoft.com/office/officeart/2005/8/layout/orgChart1"/>
    <dgm:cxn modelId="{FFD6F40E-A9C3-4C6F-A631-854DA64AE6DD}" srcId="{5563086C-FC2F-4CDB-8434-93000FC5FF4E}" destId="{03E861A1-C45A-4EFD-ABF9-520EAB38B9E2}" srcOrd="2" destOrd="0" parTransId="{7BCDFEB8-055A-460A-B718-669E7A75FEFB}" sibTransId="{9154738D-0C88-437F-B5F5-132F7335AB77}"/>
    <dgm:cxn modelId="{9F81C37E-54C0-4D5E-B55B-5F2798406986}" srcId="{5563086C-FC2F-4CDB-8434-93000FC5FF4E}" destId="{7751E990-5516-46A7-A41B-66F569C77451}" srcOrd="1" destOrd="0" parTransId="{26AF7996-624F-4621-A351-9867D2652391}" sibTransId="{C7D9CD84-8EE6-4E31-A5D0-3AA5C7FE12D1}"/>
    <dgm:cxn modelId="{91305D94-83CE-4660-BF36-42D3C5FB8464}" type="presOf" srcId="{A268CA77-9A83-440B-A9FD-755D7A5E8D76}" destId="{17448D0C-A0C3-49CD-9EBC-E7CD0B50846F}" srcOrd="0" destOrd="0" presId="urn:microsoft.com/office/officeart/2005/8/layout/orgChart1"/>
    <dgm:cxn modelId="{6CE96E07-AA60-4168-967F-F83B41C56D80}" type="presOf" srcId="{CB707D20-B1D9-4077-B462-6899FFAFE2B0}" destId="{54D7CB9C-CABD-4810-969A-8DF872587DD2}" srcOrd="1" destOrd="0" presId="urn:microsoft.com/office/officeart/2005/8/layout/orgChart1"/>
    <dgm:cxn modelId="{5DEAD66B-67F6-4AB3-8C3B-B62F6C9524B0}" type="presOf" srcId="{7751E990-5516-46A7-A41B-66F569C77451}" destId="{03EBC7FB-C98B-4013-9E52-4F8F8F896804}" srcOrd="1" destOrd="0" presId="urn:microsoft.com/office/officeart/2005/8/layout/orgChart1"/>
    <dgm:cxn modelId="{45BEB6F6-B3A9-42E8-AC05-D2554A27F732}" type="presParOf" srcId="{3C791E9A-72A7-460B-BBE8-D509BEB34822}" destId="{4E5E819C-43BA-4DA1-B69D-AF58927A5620}" srcOrd="0" destOrd="0" presId="urn:microsoft.com/office/officeart/2005/8/layout/orgChart1"/>
    <dgm:cxn modelId="{D04AECFB-C169-4E96-9DF6-A4E716D93268}" type="presParOf" srcId="{4E5E819C-43BA-4DA1-B69D-AF58927A5620}" destId="{4E63A1E5-27C3-43F7-8925-81CCAC7C2811}" srcOrd="0" destOrd="0" presId="urn:microsoft.com/office/officeart/2005/8/layout/orgChart1"/>
    <dgm:cxn modelId="{1C6C14FE-2084-40A9-ACC3-1CBC9BB314AC}" type="presParOf" srcId="{4E63A1E5-27C3-43F7-8925-81CCAC7C2811}" destId="{615A7C87-2337-4CFE-8D8A-F753C2560CED}" srcOrd="0" destOrd="0" presId="urn:microsoft.com/office/officeart/2005/8/layout/orgChart1"/>
    <dgm:cxn modelId="{4CD8985F-DBA5-4C0F-9ABF-BAF917DE2C47}" type="presParOf" srcId="{4E63A1E5-27C3-43F7-8925-81CCAC7C2811}" destId="{7DAAAA2C-FF1C-4848-823B-E6D95384A7DF}" srcOrd="1" destOrd="0" presId="urn:microsoft.com/office/officeart/2005/8/layout/orgChart1"/>
    <dgm:cxn modelId="{924DD517-0AFD-48FB-A741-F0B36C4D26CA}" type="presParOf" srcId="{4E5E819C-43BA-4DA1-B69D-AF58927A5620}" destId="{637C45E2-AC37-4C8E-A907-775CE8785A7A}" srcOrd="1" destOrd="0" presId="urn:microsoft.com/office/officeart/2005/8/layout/orgChart1"/>
    <dgm:cxn modelId="{0F1D4BFB-7224-433C-9E65-CAED008CBE79}" type="presParOf" srcId="{637C45E2-AC37-4C8E-A907-775CE8785A7A}" destId="{B4141DA0-43C1-4E44-A95C-BD27412F2447}" srcOrd="0" destOrd="0" presId="urn:microsoft.com/office/officeart/2005/8/layout/orgChart1"/>
    <dgm:cxn modelId="{1E452A39-621E-4281-9C41-530E0AF04BD9}" type="presParOf" srcId="{637C45E2-AC37-4C8E-A907-775CE8785A7A}" destId="{A5FA78AF-D1F7-4173-A808-1C2610699E1B}" srcOrd="1" destOrd="0" presId="urn:microsoft.com/office/officeart/2005/8/layout/orgChart1"/>
    <dgm:cxn modelId="{494B620C-33EB-447B-97B1-5E95AF2B030F}" type="presParOf" srcId="{A5FA78AF-D1F7-4173-A808-1C2610699E1B}" destId="{D46404B6-7D25-415E-BD27-BEBA46A3A113}" srcOrd="0" destOrd="0" presId="urn:microsoft.com/office/officeart/2005/8/layout/orgChart1"/>
    <dgm:cxn modelId="{4088C22E-C55B-41F3-A855-D516C6706892}" type="presParOf" srcId="{D46404B6-7D25-415E-BD27-BEBA46A3A113}" destId="{FC9E36C2-C6D3-4675-B093-EF75BCE46ECA}" srcOrd="0" destOrd="0" presId="urn:microsoft.com/office/officeart/2005/8/layout/orgChart1"/>
    <dgm:cxn modelId="{E1AF407A-2E43-4967-8356-BA9290BD643F}" type="presParOf" srcId="{D46404B6-7D25-415E-BD27-BEBA46A3A113}" destId="{54D7CB9C-CABD-4810-969A-8DF872587DD2}" srcOrd="1" destOrd="0" presId="urn:microsoft.com/office/officeart/2005/8/layout/orgChart1"/>
    <dgm:cxn modelId="{64ECACF9-DF52-414F-B5EA-7B1D1558FBFC}" type="presParOf" srcId="{A5FA78AF-D1F7-4173-A808-1C2610699E1B}" destId="{E954C405-6D39-42F7-91A2-4593432B8EF0}" srcOrd="1" destOrd="0" presId="urn:microsoft.com/office/officeart/2005/8/layout/orgChart1"/>
    <dgm:cxn modelId="{6ACEE34A-600B-42AD-9938-782BAF84683D}" type="presParOf" srcId="{A5FA78AF-D1F7-4173-A808-1C2610699E1B}" destId="{E57EBD30-E17A-4009-B414-A1D2578AB010}" srcOrd="2" destOrd="0" presId="urn:microsoft.com/office/officeart/2005/8/layout/orgChart1"/>
    <dgm:cxn modelId="{7D7B9A1E-3FE1-4A01-BF0C-A6F4BD70F61D}" type="presParOf" srcId="{637C45E2-AC37-4C8E-A907-775CE8785A7A}" destId="{50D17824-B0E2-4FEA-9DE7-372398C6EE34}" srcOrd="2" destOrd="0" presId="urn:microsoft.com/office/officeart/2005/8/layout/orgChart1"/>
    <dgm:cxn modelId="{1B811BBC-3A20-453F-B54C-F0A60EF915F8}" type="presParOf" srcId="{637C45E2-AC37-4C8E-A907-775CE8785A7A}" destId="{0C78ADFF-C4A2-411B-8359-72124A712E5E}" srcOrd="3" destOrd="0" presId="urn:microsoft.com/office/officeart/2005/8/layout/orgChart1"/>
    <dgm:cxn modelId="{1867CE7E-E523-4321-90BE-94E4F5BFBE84}" type="presParOf" srcId="{0C78ADFF-C4A2-411B-8359-72124A712E5E}" destId="{E921A7C8-BF79-4F32-A169-CE9EDFA9E428}" srcOrd="0" destOrd="0" presId="urn:microsoft.com/office/officeart/2005/8/layout/orgChart1"/>
    <dgm:cxn modelId="{96242ECE-B5B6-4528-BBDB-DC3793F351D8}" type="presParOf" srcId="{E921A7C8-BF79-4F32-A169-CE9EDFA9E428}" destId="{2B29E5AF-63AC-4A66-82C2-C805395E8669}" srcOrd="0" destOrd="0" presId="urn:microsoft.com/office/officeart/2005/8/layout/orgChart1"/>
    <dgm:cxn modelId="{95125ECF-487F-4CB3-B956-9E0AB58FFA2A}" type="presParOf" srcId="{E921A7C8-BF79-4F32-A169-CE9EDFA9E428}" destId="{B639833C-CE7D-4A13-A3DE-F90A9EA81781}" srcOrd="1" destOrd="0" presId="urn:microsoft.com/office/officeart/2005/8/layout/orgChart1"/>
    <dgm:cxn modelId="{B26529D1-0D96-4F77-A4DB-C06FC544FEA1}" type="presParOf" srcId="{0C78ADFF-C4A2-411B-8359-72124A712E5E}" destId="{4F3EC912-5CE7-47DF-8A15-F25E920C0E74}" srcOrd="1" destOrd="0" presId="urn:microsoft.com/office/officeart/2005/8/layout/orgChart1"/>
    <dgm:cxn modelId="{F6E18BA7-BF56-4D20-8FE3-E6BF09F584DB}" type="presParOf" srcId="{0C78ADFF-C4A2-411B-8359-72124A712E5E}" destId="{70C291E6-BFD2-4DCC-9DF6-3C859FFD322A}" srcOrd="2" destOrd="0" presId="urn:microsoft.com/office/officeart/2005/8/layout/orgChart1"/>
    <dgm:cxn modelId="{8542EE03-F950-42E7-A140-EE5F48B02557}" type="presParOf" srcId="{4E5E819C-43BA-4DA1-B69D-AF58927A5620}" destId="{23F752AA-F394-4D74-9277-4E410150E5FB}" srcOrd="2" destOrd="0" presId="urn:microsoft.com/office/officeart/2005/8/layout/orgChart1"/>
    <dgm:cxn modelId="{D6E30746-874E-46AE-8DCA-69F4C32073F4}" type="presParOf" srcId="{3C791E9A-72A7-460B-BBE8-D509BEB34822}" destId="{3BD67A57-BB1C-4FAF-9D7E-2BB0D971A2AC}" srcOrd="1" destOrd="0" presId="urn:microsoft.com/office/officeart/2005/8/layout/orgChart1"/>
    <dgm:cxn modelId="{F62466AB-24D4-4412-B751-D510DD0A5BC7}" type="presParOf" srcId="{3BD67A57-BB1C-4FAF-9D7E-2BB0D971A2AC}" destId="{3B0432CE-37B1-4476-BA97-465E095D1099}" srcOrd="0" destOrd="0" presId="urn:microsoft.com/office/officeart/2005/8/layout/orgChart1"/>
    <dgm:cxn modelId="{BBC9D050-545B-411B-81E3-CF976FBF5EF7}" type="presParOf" srcId="{3B0432CE-37B1-4476-BA97-465E095D1099}" destId="{480133FF-ADB2-4938-9DD8-3CB15129752B}" srcOrd="0" destOrd="0" presId="urn:microsoft.com/office/officeart/2005/8/layout/orgChart1"/>
    <dgm:cxn modelId="{EFD85336-46F8-46F7-9890-9629612DF61D}" type="presParOf" srcId="{3B0432CE-37B1-4476-BA97-465E095D1099}" destId="{03EBC7FB-C98B-4013-9E52-4F8F8F896804}" srcOrd="1" destOrd="0" presId="urn:microsoft.com/office/officeart/2005/8/layout/orgChart1"/>
    <dgm:cxn modelId="{24210436-E57B-4B02-A924-0B63E1D8C19D}" type="presParOf" srcId="{3BD67A57-BB1C-4FAF-9D7E-2BB0D971A2AC}" destId="{8F25D1F4-A48F-4B3D-A9BC-2B13077B38CC}" srcOrd="1" destOrd="0" presId="urn:microsoft.com/office/officeart/2005/8/layout/orgChart1"/>
    <dgm:cxn modelId="{398E6F49-D8A3-471D-96D4-7B959FC2D68B}" type="presParOf" srcId="{8F25D1F4-A48F-4B3D-A9BC-2B13077B38CC}" destId="{AF611FA8-2DDA-4C44-ABDB-DE7F909C136C}" srcOrd="0" destOrd="0" presId="urn:microsoft.com/office/officeart/2005/8/layout/orgChart1"/>
    <dgm:cxn modelId="{72CEF4AC-18BB-47F7-98D6-686EFA56BA35}" type="presParOf" srcId="{8F25D1F4-A48F-4B3D-A9BC-2B13077B38CC}" destId="{0CCF3DE9-58E0-4D58-B09F-31D0451CF41A}" srcOrd="1" destOrd="0" presId="urn:microsoft.com/office/officeart/2005/8/layout/orgChart1"/>
    <dgm:cxn modelId="{F416A84F-C4DF-4AEB-9639-B3B5191BDF14}" type="presParOf" srcId="{0CCF3DE9-58E0-4D58-B09F-31D0451CF41A}" destId="{5D535935-A721-4488-9339-3930DD37CEFB}" srcOrd="0" destOrd="0" presId="urn:microsoft.com/office/officeart/2005/8/layout/orgChart1"/>
    <dgm:cxn modelId="{4F4F8C14-8061-4133-8A9A-11B94F8E73A9}" type="presParOf" srcId="{5D535935-A721-4488-9339-3930DD37CEFB}" destId="{B7E1F008-272A-4F5F-8565-E2B7791CC24F}" srcOrd="0" destOrd="0" presId="urn:microsoft.com/office/officeart/2005/8/layout/orgChart1"/>
    <dgm:cxn modelId="{95DE8EC3-36AC-41A0-99A5-00B52189FEF1}" type="presParOf" srcId="{5D535935-A721-4488-9339-3930DD37CEFB}" destId="{A59164C3-DAF0-4B28-8869-159710E1B8CF}" srcOrd="1" destOrd="0" presId="urn:microsoft.com/office/officeart/2005/8/layout/orgChart1"/>
    <dgm:cxn modelId="{57E2100F-7BE9-4A28-A173-595650A61E8D}" type="presParOf" srcId="{0CCF3DE9-58E0-4D58-B09F-31D0451CF41A}" destId="{B01DAC0B-A6AE-4596-AF1F-2F9B82852118}" srcOrd="1" destOrd="0" presId="urn:microsoft.com/office/officeart/2005/8/layout/orgChart1"/>
    <dgm:cxn modelId="{6350CFEA-5E01-48F1-A45B-A78E5BDB5B87}" type="presParOf" srcId="{0CCF3DE9-58E0-4D58-B09F-31D0451CF41A}" destId="{731011A2-5A5C-4A49-ACA8-3F7DE21B7F8F}" srcOrd="2" destOrd="0" presId="urn:microsoft.com/office/officeart/2005/8/layout/orgChart1"/>
    <dgm:cxn modelId="{464CAB2B-8053-4C17-929E-39D2173D5DB7}" type="presParOf" srcId="{3BD67A57-BB1C-4FAF-9D7E-2BB0D971A2AC}" destId="{0C376CEB-9F91-4D88-9F0F-D996DA981A6C}" srcOrd="2" destOrd="0" presId="urn:microsoft.com/office/officeart/2005/8/layout/orgChart1"/>
    <dgm:cxn modelId="{12914F2C-51A6-46B9-AD7B-F46262031DCD}" type="presParOf" srcId="{3C791E9A-72A7-460B-BBE8-D509BEB34822}" destId="{8DA30D43-5BB5-4F8A-B1B6-C8BBDA8708E2}" srcOrd="2" destOrd="0" presId="urn:microsoft.com/office/officeart/2005/8/layout/orgChart1"/>
    <dgm:cxn modelId="{D0032000-2363-40CF-96E5-25C35D4FE7C0}" type="presParOf" srcId="{8DA30D43-5BB5-4F8A-B1B6-C8BBDA8708E2}" destId="{F4F75319-C9A4-44D6-94CF-BB6A8A75C18A}" srcOrd="0" destOrd="0" presId="urn:microsoft.com/office/officeart/2005/8/layout/orgChart1"/>
    <dgm:cxn modelId="{C78B32CA-E3FE-4A50-84C0-6715A1672947}" type="presParOf" srcId="{F4F75319-C9A4-44D6-94CF-BB6A8A75C18A}" destId="{09AEDBB5-2070-4DA5-9A46-EEDFE699E500}" srcOrd="0" destOrd="0" presId="urn:microsoft.com/office/officeart/2005/8/layout/orgChart1"/>
    <dgm:cxn modelId="{346A8C4F-6374-4F82-A0DC-70EFB017281E}" type="presParOf" srcId="{F4F75319-C9A4-44D6-94CF-BB6A8A75C18A}" destId="{A2B22618-C78C-4204-9648-4E481E841E9C}" srcOrd="1" destOrd="0" presId="urn:microsoft.com/office/officeart/2005/8/layout/orgChart1"/>
    <dgm:cxn modelId="{81FD9F69-A055-4463-9C27-0013BB742AD8}" type="presParOf" srcId="{8DA30D43-5BB5-4F8A-B1B6-C8BBDA8708E2}" destId="{6AEB695B-CF6F-4C90-B1C3-5225586EC0B2}" srcOrd="1" destOrd="0" presId="urn:microsoft.com/office/officeart/2005/8/layout/orgChart1"/>
    <dgm:cxn modelId="{0CFB0DC0-4D27-4020-94C6-644800EE98D3}" type="presParOf" srcId="{6AEB695B-CF6F-4C90-B1C3-5225586EC0B2}" destId="{016EC0D3-E3BF-49AF-81B3-26DACE38607E}" srcOrd="0" destOrd="0" presId="urn:microsoft.com/office/officeart/2005/8/layout/orgChart1"/>
    <dgm:cxn modelId="{3DAFC1A5-CF0E-4F3C-959D-E84115FABC92}" type="presParOf" srcId="{6AEB695B-CF6F-4C90-B1C3-5225586EC0B2}" destId="{FBB678E6-14AC-44E7-B1E1-23F08A41CCFF}" srcOrd="1" destOrd="0" presId="urn:microsoft.com/office/officeart/2005/8/layout/orgChart1"/>
    <dgm:cxn modelId="{E774CAC9-A564-4FD3-9650-65B7DFB2137D}" type="presParOf" srcId="{FBB678E6-14AC-44E7-B1E1-23F08A41CCFF}" destId="{FEFAA431-BB5E-4452-A761-906B350E6736}" srcOrd="0" destOrd="0" presId="urn:microsoft.com/office/officeart/2005/8/layout/orgChart1"/>
    <dgm:cxn modelId="{BBBFB021-8C4A-476B-A5B3-906AAC0BA499}" type="presParOf" srcId="{FEFAA431-BB5E-4452-A761-906B350E6736}" destId="{17448D0C-A0C3-49CD-9EBC-E7CD0B50846F}" srcOrd="0" destOrd="0" presId="urn:microsoft.com/office/officeart/2005/8/layout/orgChart1"/>
    <dgm:cxn modelId="{1104136A-B86F-4E8C-BE9E-2524667BD3E2}" type="presParOf" srcId="{FEFAA431-BB5E-4452-A761-906B350E6736}" destId="{D25AC7F1-7C8F-467F-A4CE-614DA21089DA}" srcOrd="1" destOrd="0" presId="urn:microsoft.com/office/officeart/2005/8/layout/orgChart1"/>
    <dgm:cxn modelId="{1EC738A7-885D-4197-A544-FA03E9A53EAD}" type="presParOf" srcId="{FBB678E6-14AC-44E7-B1E1-23F08A41CCFF}" destId="{6A903DFD-A940-419E-ADE8-6F3742262BEC}" srcOrd="1" destOrd="0" presId="urn:microsoft.com/office/officeart/2005/8/layout/orgChart1"/>
    <dgm:cxn modelId="{8D81238F-639F-4848-9BA5-569EF059A9CB}" type="presParOf" srcId="{FBB678E6-14AC-44E7-B1E1-23F08A41CCFF}" destId="{61AD38C2-F063-4606-8591-AFBD505A61B1}" srcOrd="2" destOrd="0" presId="urn:microsoft.com/office/officeart/2005/8/layout/orgChart1"/>
    <dgm:cxn modelId="{BB1E3481-B422-4842-B550-D7068A882B04}" type="presParOf" srcId="{8DA30D43-5BB5-4F8A-B1B6-C8BBDA8708E2}" destId="{9A32681C-E0A3-41AE-A54A-309F7E965277}" srcOrd="2" destOrd="0" presId="urn:microsoft.com/office/officeart/2005/8/layout/orgChart1"/>
    <dgm:cxn modelId="{48BB6432-62F8-4A11-A4E7-441582BC34E2}" type="presParOf" srcId="{3C791E9A-72A7-460B-BBE8-D509BEB34822}" destId="{1071A6E3-C95D-4D66-9C25-65A95F873939}" srcOrd="3" destOrd="0" presId="urn:microsoft.com/office/officeart/2005/8/layout/orgChart1"/>
    <dgm:cxn modelId="{54C98F72-A89B-4795-AEBD-D2AABEC4BA42}" type="presParOf" srcId="{1071A6E3-C95D-4D66-9C25-65A95F873939}" destId="{888DE790-9CB6-4A5B-A1C9-895564474ADD}" srcOrd="0" destOrd="0" presId="urn:microsoft.com/office/officeart/2005/8/layout/orgChart1"/>
    <dgm:cxn modelId="{43058B1A-DFCE-4676-96CE-B795FD74AC3F}" type="presParOf" srcId="{888DE790-9CB6-4A5B-A1C9-895564474ADD}" destId="{852227CF-F357-4C30-9878-0393A555E380}" srcOrd="0" destOrd="0" presId="urn:microsoft.com/office/officeart/2005/8/layout/orgChart1"/>
    <dgm:cxn modelId="{C52CBCD9-4EB9-4F58-877E-4CA3CCEA7126}" type="presParOf" srcId="{888DE790-9CB6-4A5B-A1C9-895564474ADD}" destId="{2A882DA8-57CE-44ED-BFF4-AE635F33F74B}" srcOrd="1" destOrd="0" presId="urn:microsoft.com/office/officeart/2005/8/layout/orgChart1"/>
    <dgm:cxn modelId="{A7B6AA32-F5CC-4850-A38E-3B103F2C9E9D}" type="presParOf" srcId="{1071A6E3-C95D-4D66-9C25-65A95F873939}" destId="{DB94877E-FD7D-4E85-8E15-A96C85392DAB}" srcOrd="1" destOrd="0" presId="urn:microsoft.com/office/officeart/2005/8/layout/orgChart1"/>
    <dgm:cxn modelId="{4D7BD595-6F63-4C00-B404-34DA51FEF0A8}" type="presParOf" srcId="{DB94877E-FD7D-4E85-8E15-A96C85392DAB}" destId="{17B7B7FB-B693-4A57-A742-C1A131AAC8A6}" srcOrd="0" destOrd="0" presId="urn:microsoft.com/office/officeart/2005/8/layout/orgChart1"/>
    <dgm:cxn modelId="{75011145-0D45-4D0D-B0A0-1D6532641469}" type="presParOf" srcId="{DB94877E-FD7D-4E85-8E15-A96C85392DAB}" destId="{0B9ADC79-C8E9-47B5-991B-945EAEDBF171}" srcOrd="1" destOrd="0" presId="urn:microsoft.com/office/officeart/2005/8/layout/orgChart1"/>
    <dgm:cxn modelId="{A31487DB-4C4B-4634-8C3C-9508DC8789F3}" type="presParOf" srcId="{0B9ADC79-C8E9-47B5-991B-945EAEDBF171}" destId="{E30F60A6-822F-4D98-92F2-781126C0C137}" srcOrd="0" destOrd="0" presId="urn:microsoft.com/office/officeart/2005/8/layout/orgChart1"/>
    <dgm:cxn modelId="{0C53729F-50D4-4B1A-8B9E-73622F8DE08F}" type="presParOf" srcId="{E30F60A6-822F-4D98-92F2-781126C0C137}" destId="{E9CD9409-2FFD-45EC-8AA6-E5011BF10B46}" srcOrd="0" destOrd="0" presId="urn:microsoft.com/office/officeart/2005/8/layout/orgChart1"/>
    <dgm:cxn modelId="{36598455-BF3D-467C-8B02-FA3BC3E0B430}" type="presParOf" srcId="{E30F60A6-822F-4D98-92F2-781126C0C137}" destId="{C520E956-5D95-4FCB-8C5D-CF4F0FF2991C}" srcOrd="1" destOrd="0" presId="urn:microsoft.com/office/officeart/2005/8/layout/orgChart1"/>
    <dgm:cxn modelId="{0C1FDC2D-1AE9-44C5-A11C-5F12EA3CB327}" type="presParOf" srcId="{0B9ADC79-C8E9-47B5-991B-945EAEDBF171}" destId="{A76C4C92-C4B1-4E2B-B368-6AB20497E2AD}" srcOrd="1" destOrd="0" presId="urn:microsoft.com/office/officeart/2005/8/layout/orgChart1"/>
    <dgm:cxn modelId="{EA619384-DE21-4FE7-8204-F848A2AF06C6}" type="presParOf" srcId="{0B9ADC79-C8E9-47B5-991B-945EAEDBF171}" destId="{40ED292E-76D6-40C0-A68D-C4608E5F7D66}" srcOrd="2" destOrd="0" presId="urn:microsoft.com/office/officeart/2005/8/layout/orgChart1"/>
    <dgm:cxn modelId="{E6F45E44-81D9-45D2-BADA-F1E10D7C73BF}" type="presParOf" srcId="{1071A6E3-C95D-4D66-9C25-65A95F873939}" destId="{BD0BE9A5-7F8D-44EC-9371-ABD152948DD7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D5C5BF7-82F7-4730-A451-E830907630A3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19E560B-24F5-4804-9B01-6AAE90D52A25}">
      <dgm:prSet/>
      <dgm:spPr/>
      <dgm:t>
        <a:bodyPr/>
        <a:lstStyle/>
        <a:p>
          <a:pPr rtl="0"/>
          <a:r>
            <a:rPr lang="en-US" dirty="0" smtClean="0"/>
            <a:t>R</a:t>
          </a:r>
          <a:r>
            <a:rPr lang="en-IN" dirty="0" smtClean="0"/>
            <a:t>egression Methods</a:t>
          </a:r>
          <a:endParaRPr lang="en-US" dirty="0"/>
        </a:p>
      </dgm:t>
    </dgm:pt>
    <dgm:pt modelId="{31DEAF1D-EE50-4795-B398-1044BB0CA16F}" type="parTrans" cxnId="{72CE65D5-40A8-4481-9A6E-E47107047093}">
      <dgm:prSet/>
      <dgm:spPr/>
      <dgm:t>
        <a:bodyPr/>
        <a:lstStyle/>
        <a:p>
          <a:endParaRPr lang="en-IN"/>
        </a:p>
      </dgm:t>
    </dgm:pt>
    <dgm:pt modelId="{D6EBD9B0-84C3-4B61-A8E3-83047D8A3742}" type="sibTrans" cxnId="{72CE65D5-40A8-4481-9A6E-E47107047093}">
      <dgm:prSet/>
      <dgm:spPr/>
      <dgm:t>
        <a:bodyPr/>
        <a:lstStyle/>
        <a:p>
          <a:endParaRPr lang="en-IN"/>
        </a:p>
      </dgm:t>
    </dgm:pt>
    <dgm:pt modelId="{8A6CD32E-3616-48FA-9F1E-03CCF5E08A28}">
      <dgm:prSet/>
      <dgm:spPr/>
      <dgm:t>
        <a:bodyPr/>
        <a:lstStyle/>
        <a:p>
          <a:pPr rtl="0"/>
          <a:r>
            <a:rPr lang="en-IN" dirty="0" smtClean="0"/>
            <a:t>Classification Methods</a:t>
          </a:r>
          <a:endParaRPr lang="en-US" dirty="0"/>
        </a:p>
      </dgm:t>
    </dgm:pt>
    <dgm:pt modelId="{A25DAAF5-FA8C-488A-A78A-1E30B285342F}" type="parTrans" cxnId="{C5BF7A3E-06AB-4E25-81FB-6DB4A576C4B8}">
      <dgm:prSet/>
      <dgm:spPr/>
      <dgm:t>
        <a:bodyPr/>
        <a:lstStyle/>
        <a:p>
          <a:endParaRPr lang="en-IN"/>
        </a:p>
      </dgm:t>
    </dgm:pt>
    <dgm:pt modelId="{9F9DA5FC-5E6A-4925-AA71-EC7859A802F0}" type="sibTrans" cxnId="{C5BF7A3E-06AB-4E25-81FB-6DB4A576C4B8}">
      <dgm:prSet/>
      <dgm:spPr/>
      <dgm:t>
        <a:bodyPr/>
        <a:lstStyle/>
        <a:p>
          <a:endParaRPr lang="en-IN"/>
        </a:p>
      </dgm:t>
    </dgm:pt>
    <dgm:pt modelId="{CE4F8A1E-3105-4085-8601-48D674192395}">
      <dgm:prSet/>
      <dgm:spPr/>
      <dgm:t>
        <a:bodyPr/>
        <a:lstStyle/>
        <a:p>
          <a:pPr rtl="0"/>
          <a:r>
            <a:rPr lang="en-IN" dirty="0" smtClean="0"/>
            <a:t>Ensemble Methods</a:t>
          </a:r>
          <a:endParaRPr lang="en-US" dirty="0"/>
        </a:p>
      </dgm:t>
    </dgm:pt>
    <dgm:pt modelId="{F8626AF4-9AEC-49F1-B4A9-9DAD47FDC657}" type="parTrans" cxnId="{7D51B722-F515-4812-ADFF-8534AF366065}">
      <dgm:prSet/>
      <dgm:spPr/>
      <dgm:t>
        <a:bodyPr/>
        <a:lstStyle/>
        <a:p>
          <a:endParaRPr lang="en-IN"/>
        </a:p>
      </dgm:t>
    </dgm:pt>
    <dgm:pt modelId="{1D95D5E9-F1FD-4AF5-B8B6-A0AF31C02A96}" type="sibTrans" cxnId="{7D51B722-F515-4812-ADFF-8534AF366065}">
      <dgm:prSet/>
      <dgm:spPr/>
      <dgm:t>
        <a:bodyPr/>
        <a:lstStyle/>
        <a:p>
          <a:endParaRPr lang="en-IN"/>
        </a:p>
      </dgm:t>
    </dgm:pt>
    <dgm:pt modelId="{FB74AB61-7B50-4942-8135-A740E342E5DF}" type="pres">
      <dgm:prSet presAssocID="{2D5C5BF7-82F7-4730-A451-E830907630A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60A2C1E5-F3E5-42DF-A79F-AF82FDDDB43B}" type="pres">
      <dgm:prSet presAssocID="{419E560B-24F5-4804-9B01-6AAE90D52A25}" presName="hierRoot1" presStyleCnt="0">
        <dgm:presLayoutVars>
          <dgm:hierBranch val="init"/>
        </dgm:presLayoutVars>
      </dgm:prSet>
      <dgm:spPr/>
    </dgm:pt>
    <dgm:pt modelId="{B31C9533-4E6D-4737-AE48-1F8598916909}" type="pres">
      <dgm:prSet presAssocID="{419E560B-24F5-4804-9B01-6AAE90D52A25}" presName="rootComposite1" presStyleCnt="0"/>
      <dgm:spPr/>
    </dgm:pt>
    <dgm:pt modelId="{106C5EE3-16AC-4BAD-8214-73667D89CFD6}" type="pres">
      <dgm:prSet presAssocID="{419E560B-24F5-4804-9B01-6AAE90D52A25}" presName="rootText1" presStyleLbl="node0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CB16B68-AF24-4460-BD30-6FC300035155}" type="pres">
      <dgm:prSet presAssocID="{419E560B-24F5-4804-9B01-6AAE90D52A25}" presName="rootConnector1" presStyleLbl="node1" presStyleIdx="0" presStyleCnt="0"/>
      <dgm:spPr/>
      <dgm:t>
        <a:bodyPr/>
        <a:lstStyle/>
        <a:p>
          <a:endParaRPr lang="en-IN"/>
        </a:p>
      </dgm:t>
    </dgm:pt>
    <dgm:pt modelId="{A0B74C06-6B3B-4D99-8AAD-3DA64FF8F8DB}" type="pres">
      <dgm:prSet presAssocID="{419E560B-24F5-4804-9B01-6AAE90D52A25}" presName="hierChild2" presStyleCnt="0"/>
      <dgm:spPr/>
    </dgm:pt>
    <dgm:pt modelId="{FA3FB404-547C-40C4-AECD-E009257F3738}" type="pres">
      <dgm:prSet presAssocID="{419E560B-24F5-4804-9B01-6AAE90D52A25}" presName="hierChild3" presStyleCnt="0"/>
      <dgm:spPr/>
    </dgm:pt>
    <dgm:pt modelId="{FF23E7BB-8D71-477D-84B9-1AA124B28071}" type="pres">
      <dgm:prSet presAssocID="{8A6CD32E-3616-48FA-9F1E-03CCF5E08A28}" presName="hierRoot1" presStyleCnt="0">
        <dgm:presLayoutVars>
          <dgm:hierBranch val="init"/>
        </dgm:presLayoutVars>
      </dgm:prSet>
      <dgm:spPr/>
    </dgm:pt>
    <dgm:pt modelId="{B435258E-97EA-4F83-8C65-7399DDC0582A}" type="pres">
      <dgm:prSet presAssocID="{8A6CD32E-3616-48FA-9F1E-03CCF5E08A28}" presName="rootComposite1" presStyleCnt="0"/>
      <dgm:spPr/>
    </dgm:pt>
    <dgm:pt modelId="{4036A735-1909-4D09-9508-6F36BC50AE7C}" type="pres">
      <dgm:prSet presAssocID="{8A6CD32E-3616-48FA-9F1E-03CCF5E08A28}" presName="rootText1" presStyleLbl="node0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B47251F1-4921-4219-8853-2319604D448E}" type="pres">
      <dgm:prSet presAssocID="{8A6CD32E-3616-48FA-9F1E-03CCF5E08A28}" presName="rootConnector1" presStyleLbl="node1" presStyleIdx="0" presStyleCnt="0"/>
      <dgm:spPr/>
      <dgm:t>
        <a:bodyPr/>
        <a:lstStyle/>
        <a:p>
          <a:endParaRPr lang="en-IN"/>
        </a:p>
      </dgm:t>
    </dgm:pt>
    <dgm:pt modelId="{E61120A5-F5B9-443B-AB44-1D459983B504}" type="pres">
      <dgm:prSet presAssocID="{8A6CD32E-3616-48FA-9F1E-03CCF5E08A28}" presName="hierChild2" presStyleCnt="0"/>
      <dgm:spPr/>
    </dgm:pt>
    <dgm:pt modelId="{D1F07AC9-BB74-494C-B15A-F4B9CDCC94D1}" type="pres">
      <dgm:prSet presAssocID="{8A6CD32E-3616-48FA-9F1E-03CCF5E08A28}" presName="hierChild3" presStyleCnt="0"/>
      <dgm:spPr/>
    </dgm:pt>
    <dgm:pt modelId="{DE0F350F-1D96-4059-A812-812FDA54874F}" type="pres">
      <dgm:prSet presAssocID="{CE4F8A1E-3105-4085-8601-48D674192395}" presName="hierRoot1" presStyleCnt="0">
        <dgm:presLayoutVars>
          <dgm:hierBranch val="init"/>
        </dgm:presLayoutVars>
      </dgm:prSet>
      <dgm:spPr/>
    </dgm:pt>
    <dgm:pt modelId="{92FABA07-4B7E-46AC-A05F-015BD34DE896}" type="pres">
      <dgm:prSet presAssocID="{CE4F8A1E-3105-4085-8601-48D674192395}" presName="rootComposite1" presStyleCnt="0"/>
      <dgm:spPr/>
    </dgm:pt>
    <dgm:pt modelId="{EF5E7C95-42D5-43F0-8CBC-F479C9F6AADB}" type="pres">
      <dgm:prSet presAssocID="{CE4F8A1E-3105-4085-8601-48D674192395}" presName="rootText1" presStyleLbl="node0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6D2D553E-CB70-46E2-BC52-5681CBF5741F}" type="pres">
      <dgm:prSet presAssocID="{CE4F8A1E-3105-4085-8601-48D674192395}" presName="rootConnector1" presStyleLbl="node1" presStyleIdx="0" presStyleCnt="0"/>
      <dgm:spPr/>
      <dgm:t>
        <a:bodyPr/>
        <a:lstStyle/>
        <a:p>
          <a:endParaRPr lang="en-IN"/>
        </a:p>
      </dgm:t>
    </dgm:pt>
    <dgm:pt modelId="{97E077FD-AA19-4E06-BF23-BC64E5FD4546}" type="pres">
      <dgm:prSet presAssocID="{CE4F8A1E-3105-4085-8601-48D674192395}" presName="hierChild2" presStyleCnt="0"/>
      <dgm:spPr/>
    </dgm:pt>
    <dgm:pt modelId="{B84E5D54-80E4-41E4-9E7D-272A77A0FF94}" type="pres">
      <dgm:prSet presAssocID="{CE4F8A1E-3105-4085-8601-48D674192395}" presName="hierChild3" presStyleCnt="0"/>
      <dgm:spPr/>
    </dgm:pt>
  </dgm:ptLst>
  <dgm:cxnLst>
    <dgm:cxn modelId="{D41FFCE5-EB54-4437-B269-8045B9F6A884}" type="presOf" srcId="{419E560B-24F5-4804-9B01-6AAE90D52A25}" destId="{4CB16B68-AF24-4460-BD30-6FC300035155}" srcOrd="1" destOrd="0" presId="urn:microsoft.com/office/officeart/2005/8/layout/orgChart1"/>
    <dgm:cxn modelId="{07075724-CD87-4EB6-BD6F-B0AE5A3F9609}" type="presOf" srcId="{2D5C5BF7-82F7-4730-A451-E830907630A3}" destId="{FB74AB61-7B50-4942-8135-A740E342E5DF}" srcOrd="0" destOrd="0" presId="urn:microsoft.com/office/officeart/2005/8/layout/orgChart1"/>
    <dgm:cxn modelId="{72CE65D5-40A8-4481-9A6E-E47107047093}" srcId="{2D5C5BF7-82F7-4730-A451-E830907630A3}" destId="{419E560B-24F5-4804-9B01-6AAE90D52A25}" srcOrd="0" destOrd="0" parTransId="{31DEAF1D-EE50-4795-B398-1044BB0CA16F}" sibTransId="{D6EBD9B0-84C3-4B61-A8E3-83047D8A3742}"/>
    <dgm:cxn modelId="{D4474A6F-140D-41B8-8298-269CA64183B5}" type="presOf" srcId="{8A6CD32E-3616-48FA-9F1E-03CCF5E08A28}" destId="{B47251F1-4921-4219-8853-2319604D448E}" srcOrd="1" destOrd="0" presId="urn:microsoft.com/office/officeart/2005/8/layout/orgChart1"/>
    <dgm:cxn modelId="{7D51B722-F515-4812-ADFF-8534AF366065}" srcId="{2D5C5BF7-82F7-4730-A451-E830907630A3}" destId="{CE4F8A1E-3105-4085-8601-48D674192395}" srcOrd="2" destOrd="0" parTransId="{F8626AF4-9AEC-49F1-B4A9-9DAD47FDC657}" sibTransId="{1D95D5E9-F1FD-4AF5-B8B6-A0AF31C02A96}"/>
    <dgm:cxn modelId="{F132AA9E-CEB9-49A4-8373-C774FD086C48}" type="presOf" srcId="{CE4F8A1E-3105-4085-8601-48D674192395}" destId="{6D2D553E-CB70-46E2-BC52-5681CBF5741F}" srcOrd="1" destOrd="0" presId="urn:microsoft.com/office/officeart/2005/8/layout/orgChart1"/>
    <dgm:cxn modelId="{B3EE4862-75D1-4DB1-A6B8-1C086222D2B7}" type="presOf" srcId="{CE4F8A1E-3105-4085-8601-48D674192395}" destId="{EF5E7C95-42D5-43F0-8CBC-F479C9F6AADB}" srcOrd="0" destOrd="0" presId="urn:microsoft.com/office/officeart/2005/8/layout/orgChart1"/>
    <dgm:cxn modelId="{66F3C004-E677-42E7-B7C4-01A308AC3C68}" type="presOf" srcId="{8A6CD32E-3616-48FA-9F1E-03CCF5E08A28}" destId="{4036A735-1909-4D09-9508-6F36BC50AE7C}" srcOrd="0" destOrd="0" presId="urn:microsoft.com/office/officeart/2005/8/layout/orgChart1"/>
    <dgm:cxn modelId="{C5BF7A3E-06AB-4E25-81FB-6DB4A576C4B8}" srcId="{2D5C5BF7-82F7-4730-A451-E830907630A3}" destId="{8A6CD32E-3616-48FA-9F1E-03CCF5E08A28}" srcOrd="1" destOrd="0" parTransId="{A25DAAF5-FA8C-488A-A78A-1E30B285342F}" sibTransId="{9F9DA5FC-5E6A-4925-AA71-EC7859A802F0}"/>
    <dgm:cxn modelId="{92267E3C-F281-41EE-B6A3-FF0DDE84FCE8}" type="presOf" srcId="{419E560B-24F5-4804-9B01-6AAE90D52A25}" destId="{106C5EE3-16AC-4BAD-8214-73667D89CFD6}" srcOrd="0" destOrd="0" presId="urn:microsoft.com/office/officeart/2005/8/layout/orgChart1"/>
    <dgm:cxn modelId="{75536513-07B7-4FA3-A8E0-1FCF4229B594}" type="presParOf" srcId="{FB74AB61-7B50-4942-8135-A740E342E5DF}" destId="{60A2C1E5-F3E5-42DF-A79F-AF82FDDDB43B}" srcOrd="0" destOrd="0" presId="urn:microsoft.com/office/officeart/2005/8/layout/orgChart1"/>
    <dgm:cxn modelId="{D1541A5B-C4D2-4E41-97E4-8C27C8A883D3}" type="presParOf" srcId="{60A2C1E5-F3E5-42DF-A79F-AF82FDDDB43B}" destId="{B31C9533-4E6D-4737-AE48-1F8598916909}" srcOrd="0" destOrd="0" presId="urn:microsoft.com/office/officeart/2005/8/layout/orgChart1"/>
    <dgm:cxn modelId="{86EC7521-854C-407A-B079-C7191097DEBD}" type="presParOf" srcId="{B31C9533-4E6D-4737-AE48-1F8598916909}" destId="{106C5EE3-16AC-4BAD-8214-73667D89CFD6}" srcOrd="0" destOrd="0" presId="urn:microsoft.com/office/officeart/2005/8/layout/orgChart1"/>
    <dgm:cxn modelId="{49E0A8FF-4842-4F1B-AC2E-2559CD0085D7}" type="presParOf" srcId="{B31C9533-4E6D-4737-AE48-1F8598916909}" destId="{4CB16B68-AF24-4460-BD30-6FC300035155}" srcOrd="1" destOrd="0" presId="urn:microsoft.com/office/officeart/2005/8/layout/orgChart1"/>
    <dgm:cxn modelId="{337C819A-0C60-4D74-BB81-BD5701A31C02}" type="presParOf" srcId="{60A2C1E5-F3E5-42DF-A79F-AF82FDDDB43B}" destId="{A0B74C06-6B3B-4D99-8AAD-3DA64FF8F8DB}" srcOrd="1" destOrd="0" presId="urn:microsoft.com/office/officeart/2005/8/layout/orgChart1"/>
    <dgm:cxn modelId="{D1562FF8-C1A0-4198-803C-1A7A691783E7}" type="presParOf" srcId="{60A2C1E5-F3E5-42DF-A79F-AF82FDDDB43B}" destId="{FA3FB404-547C-40C4-AECD-E009257F3738}" srcOrd="2" destOrd="0" presId="urn:microsoft.com/office/officeart/2005/8/layout/orgChart1"/>
    <dgm:cxn modelId="{A8D72735-DC4E-4D69-B8F5-83FE141990AF}" type="presParOf" srcId="{FB74AB61-7B50-4942-8135-A740E342E5DF}" destId="{FF23E7BB-8D71-477D-84B9-1AA124B28071}" srcOrd="1" destOrd="0" presId="urn:microsoft.com/office/officeart/2005/8/layout/orgChart1"/>
    <dgm:cxn modelId="{3719A53E-E473-489E-B28B-44DE7278DC5B}" type="presParOf" srcId="{FF23E7BB-8D71-477D-84B9-1AA124B28071}" destId="{B435258E-97EA-4F83-8C65-7399DDC0582A}" srcOrd="0" destOrd="0" presId="urn:microsoft.com/office/officeart/2005/8/layout/orgChart1"/>
    <dgm:cxn modelId="{8BA74C84-ABC3-4316-BC5D-C03C473D4FB4}" type="presParOf" srcId="{B435258E-97EA-4F83-8C65-7399DDC0582A}" destId="{4036A735-1909-4D09-9508-6F36BC50AE7C}" srcOrd="0" destOrd="0" presId="urn:microsoft.com/office/officeart/2005/8/layout/orgChart1"/>
    <dgm:cxn modelId="{23BA4B08-64B6-4CB2-9C7C-F8B39002E272}" type="presParOf" srcId="{B435258E-97EA-4F83-8C65-7399DDC0582A}" destId="{B47251F1-4921-4219-8853-2319604D448E}" srcOrd="1" destOrd="0" presId="urn:microsoft.com/office/officeart/2005/8/layout/orgChart1"/>
    <dgm:cxn modelId="{E3B5BB9F-645B-449A-AB55-49EA23572AF2}" type="presParOf" srcId="{FF23E7BB-8D71-477D-84B9-1AA124B28071}" destId="{E61120A5-F5B9-443B-AB44-1D459983B504}" srcOrd="1" destOrd="0" presId="urn:microsoft.com/office/officeart/2005/8/layout/orgChart1"/>
    <dgm:cxn modelId="{23F0D662-9856-4A5F-8A79-A8F8C5F7FB53}" type="presParOf" srcId="{FF23E7BB-8D71-477D-84B9-1AA124B28071}" destId="{D1F07AC9-BB74-494C-B15A-F4B9CDCC94D1}" srcOrd="2" destOrd="0" presId="urn:microsoft.com/office/officeart/2005/8/layout/orgChart1"/>
    <dgm:cxn modelId="{4F21E0F7-E48A-427E-B16C-DAB4F1A6932C}" type="presParOf" srcId="{FB74AB61-7B50-4942-8135-A740E342E5DF}" destId="{DE0F350F-1D96-4059-A812-812FDA54874F}" srcOrd="2" destOrd="0" presId="urn:microsoft.com/office/officeart/2005/8/layout/orgChart1"/>
    <dgm:cxn modelId="{2FE50418-83B6-4457-8EAD-A64A74EF70C9}" type="presParOf" srcId="{DE0F350F-1D96-4059-A812-812FDA54874F}" destId="{92FABA07-4B7E-46AC-A05F-015BD34DE896}" srcOrd="0" destOrd="0" presId="urn:microsoft.com/office/officeart/2005/8/layout/orgChart1"/>
    <dgm:cxn modelId="{632D0FC3-A17B-4968-818D-FFB78917C2BE}" type="presParOf" srcId="{92FABA07-4B7E-46AC-A05F-015BD34DE896}" destId="{EF5E7C95-42D5-43F0-8CBC-F479C9F6AADB}" srcOrd="0" destOrd="0" presId="urn:microsoft.com/office/officeart/2005/8/layout/orgChart1"/>
    <dgm:cxn modelId="{7B7DBDA8-898D-4101-A621-A25BA7A19550}" type="presParOf" srcId="{92FABA07-4B7E-46AC-A05F-015BD34DE896}" destId="{6D2D553E-CB70-46E2-BC52-5681CBF5741F}" srcOrd="1" destOrd="0" presId="urn:microsoft.com/office/officeart/2005/8/layout/orgChart1"/>
    <dgm:cxn modelId="{FB13B418-2990-4C3C-84E4-34EFB6644681}" type="presParOf" srcId="{DE0F350F-1D96-4059-A812-812FDA54874F}" destId="{97E077FD-AA19-4E06-BF23-BC64E5FD4546}" srcOrd="1" destOrd="0" presId="urn:microsoft.com/office/officeart/2005/8/layout/orgChart1"/>
    <dgm:cxn modelId="{E812706B-118E-4B13-ACB6-BAEB83975ED7}" type="presParOf" srcId="{DE0F350F-1D96-4059-A812-812FDA54874F}" destId="{B84E5D54-80E4-41E4-9E7D-272A77A0FF9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BE08B3C-AD30-4E1D-A728-EB37F54F7A8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41C8D1-F85F-462B-BC47-30870793667D}">
      <dgm:prSet/>
      <dgm:spPr/>
      <dgm:t>
        <a:bodyPr/>
        <a:lstStyle/>
        <a:p>
          <a:pPr rtl="0"/>
          <a:r>
            <a:rPr lang="en-US" dirty="0" smtClean="0"/>
            <a:t>Linear R</a:t>
          </a:r>
          <a:r>
            <a:rPr lang="en-IN" dirty="0" smtClean="0"/>
            <a:t>egression Methods</a:t>
          </a:r>
          <a:endParaRPr lang="en-US" dirty="0"/>
        </a:p>
      </dgm:t>
    </dgm:pt>
    <dgm:pt modelId="{300E6F5B-EA50-432D-B3AF-A5B385BEB8E4}" type="parTrans" cxnId="{64814384-A3A0-4DCB-BB36-25DB6225D216}">
      <dgm:prSet/>
      <dgm:spPr/>
      <dgm:t>
        <a:bodyPr/>
        <a:lstStyle/>
        <a:p>
          <a:endParaRPr lang="en-IN"/>
        </a:p>
      </dgm:t>
    </dgm:pt>
    <dgm:pt modelId="{776C037F-7C2C-49C2-B72E-9E550A68D460}" type="sibTrans" cxnId="{64814384-A3A0-4DCB-BB36-25DB6225D216}">
      <dgm:prSet/>
      <dgm:spPr/>
      <dgm:t>
        <a:bodyPr/>
        <a:lstStyle/>
        <a:p>
          <a:endParaRPr lang="en-IN"/>
        </a:p>
      </dgm:t>
    </dgm:pt>
    <dgm:pt modelId="{5060ACA9-C5CA-4CEF-8D1F-BB6F1655529B}">
      <dgm:prSet/>
      <dgm:spPr/>
      <dgm:t>
        <a:bodyPr/>
        <a:lstStyle/>
        <a:p>
          <a:pPr rtl="0"/>
          <a:r>
            <a:rPr lang="en-IN" dirty="0" smtClean="0"/>
            <a:t>Multiple Linear Regression Methods</a:t>
          </a:r>
          <a:endParaRPr lang="en-US" dirty="0"/>
        </a:p>
      </dgm:t>
    </dgm:pt>
    <dgm:pt modelId="{ADB40F35-6630-4EB4-9BF2-566A53B82877}" type="parTrans" cxnId="{D7056E3B-F475-4EB6-9B61-77C2EEA2AEC0}">
      <dgm:prSet/>
      <dgm:spPr/>
      <dgm:t>
        <a:bodyPr/>
        <a:lstStyle/>
        <a:p>
          <a:endParaRPr lang="en-IN"/>
        </a:p>
      </dgm:t>
    </dgm:pt>
    <dgm:pt modelId="{77A96298-E864-41B0-983C-22B193AA3249}" type="sibTrans" cxnId="{D7056E3B-F475-4EB6-9B61-77C2EEA2AEC0}">
      <dgm:prSet/>
      <dgm:spPr/>
      <dgm:t>
        <a:bodyPr/>
        <a:lstStyle/>
        <a:p>
          <a:endParaRPr lang="en-IN"/>
        </a:p>
      </dgm:t>
    </dgm:pt>
    <dgm:pt modelId="{85580746-2565-4491-9331-7D8C679349B3}">
      <dgm:prSet/>
      <dgm:spPr/>
      <dgm:t>
        <a:bodyPr/>
        <a:lstStyle/>
        <a:p>
          <a:pPr rtl="0"/>
          <a:r>
            <a:rPr lang="en-IN" dirty="0" smtClean="0"/>
            <a:t>Ridge Regression Methods</a:t>
          </a:r>
          <a:endParaRPr lang="en-US" dirty="0"/>
        </a:p>
      </dgm:t>
    </dgm:pt>
    <dgm:pt modelId="{7D45648E-2722-4989-9DF9-ACF8665F47D7}" type="parTrans" cxnId="{151DFA78-5D1B-43FE-A9FA-8D79D465D524}">
      <dgm:prSet/>
      <dgm:spPr/>
      <dgm:t>
        <a:bodyPr/>
        <a:lstStyle/>
        <a:p>
          <a:endParaRPr lang="en-IN"/>
        </a:p>
      </dgm:t>
    </dgm:pt>
    <dgm:pt modelId="{ACA223E7-CFBE-476E-8A3E-4C655D1BC4FD}" type="sibTrans" cxnId="{151DFA78-5D1B-43FE-A9FA-8D79D465D524}">
      <dgm:prSet/>
      <dgm:spPr/>
      <dgm:t>
        <a:bodyPr/>
        <a:lstStyle/>
        <a:p>
          <a:endParaRPr lang="en-IN"/>
        </a:p>
      </dgm:t>
    </dgm:pt>
    <dgm:pt modelId="{4128E512-8BD3-42E4-941B-656A52F488AB}">
      <dgm:prSet/>
      <dgm:spPr/>
      <dgm:t>
        <a:bodyPr/>
        <a:lstStyle/>
        <a:p>
          <a:pPr rtl="0"/>
          <a:r>
            <a:rPr lang="en-US" dirty="0" smtClean="0"/>
            <a:t>Regression trees</a:t>
          </a:r>
          <a:endParaRPr lang="en-US" dirty="0"/>
        </a:p>
      </dgm:t>
    </dgm:pt>
    <dgm:pt modelId="{13AD7C55-67AE-443A-909E-309741170163}" type="parTrans" cxnId="{4C4C72DD-77BC-4F78-90F6-F2FB9C49AC7C}">
      <dgm:prSet/>
      <dgm:spPr/>
    </dgm:pt>
    <dgm:pt modelId="{66C830BB-D4C5-47D4-B6FB-2BF7A1D5C9FA}" type="sibTrans" cxnId="{4C4C72DD-77BC-4F78-90F6-F2FB9C49AC7C}">
      <dgm:prSet/>
      <dgm:spPr/>
    </dgm:pt>
    <dgm:pt modelId="{49004DF9-F097-4B3C-B02D-F1C6D6543DCE}">
      <dgm:prSet/>
      <dgm:spPr/>
      <dgm:t>
        <a:bodyPr/>
        <a:lstStyle/>
        <a:p>
          <a:pPr rtl="0"/>
          <a:r>
            <a:rPr lang="en-US" dirty="0" smtClean="0"/>
            <a:t>SVR</a:t>
          </a:r>
          <a:endParaRPr lang="en-US" dirty="0"/>
        </a:p>
      </dgm:t>
    </dgm:pt>
    <dgm:pt modelId="{8D77DA60-5FBE-4BE5-847F-BC3A8FBFDD90}" type="parTrans" cxnId="{A4780738-38A9-4628-8C32-2C4F3BF7BE2E}">
      <dgm:prSet/>
      <dgm:spPr/>
    </dgm:pt>
    <dgm:pt modelId="{08FE2700-44A2-4F8B-881D-970825141843}" type="sibTrans" cxnId="{A4780738-38A9-4628-8C32-2C4F3BF7BE2E}">
      <dgm:prSet/>
      <dgm:spPr/>
    </dgm:pt>
    <dgm:pt modelId="{657527DE-2653-493B-97ED-5B75104A58F5}">
      <dgm:prSet/>
      <dgm:spPr/>
      <dgm:t>
        <a:bodyPr/>
        <a:lstStyle/>
        <a:p>
          <a:pPr rtl="0"/>
          <a:r>
            <a:rPr lang="en-US" dirty="0" smtClean="0"/>
            <a:t>Random Forest Regression</a:t>
          </a:r>
          <a:endParaRPr lang="en-US" dirty="0"/>
        </a:p>
      </dgm:t>
    </dgm:pt>
    <dgm:pt modelId="{F45C26C8-98EF-4D34-B370-1C91FA440791}" type="parTrans" cxnId="{B5B60CD0-58B0-45B1-8729-7F00D2006C3C}">
      <dgm:prSet/>
      <dgm:spPr/>
    </dgm:pt>
    <dgm:pt modelId="{7C883280-578C-413B-B82C-1C1871DAA098}" type="sibTrans" cxnId="{B5B60CD0-58B0-45B1-8729-7F00D2006C3C}">
      <dgm:prSet/>
      <dgm:spPr/>
    </dgm:pt>
    <dgm:pt modelId="{3268DF4C-7FBB-41AA-BD10-CBD29F432457}">
      <dgm:prSet/>
      <dgm:spPr/>
      <dgm:t>
        <a:bodyPr/>
        <a:lstStyle/>
        <a:p>
          <a:pPr rtl="0"/>
          <a:r>
            <a:rPr lang="en-US" dirty="0" smtClean="0"/>
            <a:t>Lasso Regression</a:t>
          </a:r>
          <a:endParaRPr lang="en-US" dirty="0"/>
        </a:p>
      </dgm:t>
    </dgm:pt>
    <dgm:pt modelId="{B701BC0E-5486-4EDD-99FC-F60095A94FB4}" type="parTrans" cxnId="{557639D6-042D-4582-9197-00421BFDBDE0}">
      <dgm:prSet/>
      <dgm:spPr/>
    </dgm:pt>
    <dgm:pt modelId="{1794BD8B-35F1-4C07-852E-F5B98E6FB103}" type="sibTrans" cxnId="{557639D6-042D-4582-9197-00421BFDBDE0}">
      <dgm:prSet/>
      <dgm:spPr/>
    </dgm:pt>
    <dgm:pt modelId="{5329E3AA-C2CC-4D1E-AE3E-2E8412C517DE}">
      <dgm:prSet/>
      <dgm:spPr/>
      <dgm:t>
        <a:bodyPr/>
        <a:lstStyle/>
        <a:p>
          <a:pPr rtl="0"/>
          <a:r>
            <a:rPr lang="en-US" dirty="0" err="1" smtClean="0"/>
            <a:t>kNNR</a:t>
          </a:r>
          <a:endParaRPr lang="en-US" dirty="0"/>
        </a:p>
      </dgm:t>
    </dgm:pt>
    <dgm:pt modelId="{D1E5EEE8-4BA9-486C-9DF2-F784AA829B25}" type="parTrans" cxnId="{10B25ED6-2196-4F28-BECD-7B7D1B987D33}">
      <dgm:prSet/>
      <dgm:spPr/>
    </dgm:pt>
    <dgm:pt modelId="{F630FC92-BC5F-4488-870C-9ABE3EAC18C7}" type="sibTrans" cxnId="{10B25ED6-2196-4F28-BECD-7B7D1B987D33}">
      <dgm:prSet/>
      <dgm:spPr/>
    </dgm:pt>
    <dgm:pt modelId="{1755E1CF-1884-4D94-9852-D7E567F68E1D}" type="pres">
      <dgm:prSet presAssocID="{6BE08B3C-AD30-4E1D-A728-EB37F54F7A8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A22D1946-7965-46AE-8F68-1688FE163E13}" type="pres">
      <dgm:prSet presAssocID="{0341C8D1-F85F-462B-BC47-30870793667D}" presName="hierRoot1" presStyleCnt="0">
        <dgm:presLayoutVars>
          <dgm:hierBranch val="init"/>
        </dgm:presLayoutVars>
      </dgm:prSet>
      <dgm:spPr/>
    </dgm:pt>
    <dgm:pt modelId="{67F5942C-44EF-441F-9EBD-FB1314532D7D}" type="pres">
      <dgm:prSet presAssocID="{0341C8D1-F85F-462B-BC47-30870793667D}" presName="rootComposite1" presStyleCnt="0"/>
      <dgm:spPr/>
    </dgm:pt>
    <dgm:pt modelId="{B7683437-CA91-4E68-9537-5F5FF90FD2C1}" type="pres">
      <dgm:prSet presAssocID="{0341C8D1-F85F-462B-BC47-30870793667D}" presName="rootText1" presStyleLbl="node0" presStyleIdx="0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7BA1B95-73A6-4EE7-B02C-3E75198752A0}" type="pres">
      <dgm:prSet presAssocID="{0341C8D1-F85F-462B-BC47-30870793667D}" presName="rootConnector1" presStyleLbl="node1" presStyleIdx="0" presStyleCnt="0"/>
      <dgm:spPr/>
      <dgm:t>
        <a:bodyPr/>
        <a:lstStyle/>
        <a:p>
          <a:endParaRPr lang="en-IN"/>
        </a:p>
      </dgm:t>
    </dgm:pt>
    <dgm:pt modelId="{BE511F0F-F6F5-41C6-A4F6-EF9C5E1042D6}" type="pres">
      <dgm:prSet presAssocID="{0341C8D1-F85F-462B-BC47-30870793667D}" presName="hierChild2" presStyleCnt="0"/>
      <dgm:spPr/>
    </dgm:pt>
    <dgm:pt modelId="{B4A527E9-53B2-4708-9E54-4E9F1751BBB5}" type="pres">
      <dgm:prSet presAssocID="{0341C8D1-F85F-462B-BC47-30870793667D}" presName="hierChild3" presStyleCnt="0"/>
      <dgm:spPr/>
    </dgm:pt>
    <dgm:pt modelId="{F28C1936-5D7B-4224-8846-E5AD72A4D881}" type="pres">
      <dgm:prSet presAssocID="{5060ACA9-C5CA-4CEF-8D1F-BB6F1655529B}" presName="hierRoot1" presStyleCnt="0">
        <dgm:presLayoutVars>
          <dgm:hierBranch val="init"/>
        </dgm:presLayoutVars>
      </dgm:prSet>
      <dgm:spPr/>
    </dgm:pt>
    <dgm:pt modelId="{CC47563B-C27E-4BCD-93E1-4C38F88B31F1}" type="pres">
      <dgm:prSet presAssocID="{5060ACA9-C5CA-4CEF-8D1F-BB6F1655529B}" presName="rootComposite1" presStyleCnt="0"/>
      <dgm:spPr/>
    </dgm:pt>
    <dgm:pt modelId="{8BD51C00-A6BE-40C8-847E-C645C7412734}" type="pres">
      <dgm:prSet presAssocID="{5060ACA9-C5CA-4CEF-8D1F-BB6F1655529B}" presName="rootText1" presStyleLbl="node0" presStyleIdx="1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96502F2B-7A27-41ED-9FB4-5097CE07A27E}" type="pres">
      <dgm:prSet presAssocID="{5060ACA9-C5CA-4CEF-8D1F-BB6F1655529B}" presName="rootConnector1" presStyleLbl="node1" presStyleIdx="0" presStyleCnt="0"/>
      <dgm:spPr/>
      <dgm:t>
        <a:bodyPr/>
        <a:lstStyle/>
        <a:p>
          <a:endParaRPr lang="en-IN"/>
        </a:p>
      </dgm:t>
    </dgm:pt>
    <dgm:pt modelId="{20D17C84-02A8-4123-9C5E-14BFF50361AE}" type="pres">
      <dgm:prSet presAssocID="{5060ACA9-C5CA-4CEF-8D1F-BB6F1655529B}" presName="hierChild2" presStyleCnt="0"/>
      <dgm:spPr/>
    </dgm:pt>
    <dgm:pt modelId="{DBF44B21-E101-444F-86C2-457316580B76}" type="pres">
      <dgm:prSet presAssocID="{5060ACA9-C5CA-4CEF-8D1F-BB6F1655529B}" presName="hierChild3" presStyleCnt="0"/>
      <dgm:spPr/>
    </dgm:pt>
    <dgm:pt modelId="{7C7D4B6C-80BC-4FF1-B253-D1139BBD1622}" type="pres">
      <dgm:prSet presAssocID="{85580746-2565-4491-9331-7D8C679349B3}" presName="hierRoot1" presStyleCnt="0">
        <dgm:presLayoutVars>
          <dgm:hierBranch val="init"/>
        </dgm:presLayoutVars>
      </dgm:prSet>
      <dgm:spPr/>
    </dgm:pt>
    <dgm:pt modelId="{5BE6D531-D3BC-4FF8-A218-B21C3040628E}" type="pres">
      <dgm:prSet presAssocID="{85580746-2565-4491-9331-7D8C679349B3}" presName="rootComposite1" presStyleCnt="0"/>
      <dgm:spPr/>
    </dgm:pt>
    <dgm:pt modelId="{81E8AAC4-F25E-4ED5-A088-61A7AFCF7F8F}" type="pres">
      <dgm:prSet presAssocID="{85580746-2565-4491-9331-7D8C679349B3}" presName="rootText1" presStyleLbl="node0" presStyleIdx="2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3FA0FC83-B043-477B-8B6D-7A8C4F11A9EA}" type="pres">
      <dgm:prSet presAssocID="{85580746-2565-4491-9331-7D8C679349B3}" presName="rootConnector1" presStyleLbl="node1" presStyleIdx="0" presStyleCnt="0"/>
      <dgm:spPr/>
      <dgm:t>
        <a:bodyPr/>
        <a:lstStyle/>
        <a:p>
          <a:endParaRPr lang="en-IN"/>
        </a:p>
      </dgm:t>
    </dgm:pt>
    <dgm:pt modelId="{A2F82584-6D6F-471C-95C2-02A0AB642E5C}" type="pres">
      <dgm:prSet presAssocID="{85580746-2565-4491-9331-7D8C679349B3}" presName="hierChild2" presStyleCnt="0"/>
      <dgm:spPr/>
    </dgm:pt>
    <dgm:pt modelId="{A14B98DA-3176-42EC-A2E2-9669F8EC1804}" type="pres">
      <dgm:prSet presAssocID="{85580746-2565-4491-9331-7D8C679349B3}" presName="hierChild3" presStyleCnt="0"/>
      <dgm:spPr/>
    </dgm:pt>
    <dgm:pt modelId="{3C995CA3-2F3E-4067-955F-D9DFA3A82B5D}" type="pres">
      <dgm:prSet presAssocID="{3268DF4C-7FBB-41AA-BD10-CBD29F432457}" presName="hierRoot1" presStyleCnt="0">
        <dgm:presLayoutVars>
          <dgm:hierBranch val="init"/>
        </dgm:presLayoutVars>
      </dgm:prSet>
      <dgm:spPr/>
    </dgm:pt>
    <dgm:pt modelId="{E696680E-494D-4750-BC45-1E49EA2371A8}" type="pres">
      <dgm:prSet presAssocID="{3268DF4C-7FBB-41AA-BD10-CBD29F432457}" presName="rootComposite1" presStyleCnt="0"/>
      <dgm:spPr/>
    </dgm:pt>
    <dgm:pt modelId="{30CB35A5-7F93-42F2-A55B-629EEFF91B25}" type="pres">
      <dgm:prSet presAssocID="{3268DF4C-7FBB-41AA-BD10-CBD29F432457}" presName="rootText1" presStyleLbl="node0" presStyleIdx="3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F11ED81-EE67-41BF-AFDA-3500CF2DA2D6}" type="pres">
      <dgm:prSet presAssocID="{3268DF4C-7FBB-41AA-BD10-CBD29F432457}" presName="rootConnector1" presStyleLbl="node1" presStyleIdx="0" presStyleCnt="0"/>
      <dgm:spPr/>
      <dgm:t>
        <a:bodyPr/>
        <a:lstStyle/>
        <a:p>
          <a:endParaRPr lang="en-IN"/>
        </a:p>
      </dgm:t>
    </dgm:pt>
    <dgm:pt modelId="{92CC3956-503B-4A4C-87C8-1A82D9AF5E19}" type="pres">
      <dgm:prSet presAssocID="{3268DF4C-7FBB-41AA-BD10-CBD29F432457}" presName="hierChild2" presStyleCnt="0"/>
      <dgm:spPr/>
    </dgm:pt>
    <dgm:pt modelId="{4598D5C7-4CC2-45DE-B333-C1916FFD9723}" type="pres">
      <dgm:prSet presAssocID="{3268DF4C-7FBB-41AA-BD10-CBD29F432457}" presName="hierChild3" presStyleCnt="0"/>
      <dgm:spPr/>
    </dgm:pt>
    <dgm:pt modelId="{F7CD7C0F-B54E-4B96-989A-EF08B2EFE394}" type="pres">
      <dgm:prSet presAssocID="{4128E512-8BD3-42E4-941B-656A52F488AB}" presName="hierRoot1" presStyleCnt="0">
        <dgm:presLayoutVars>
          <dgm:hierBranch val="init"/>
        </dgm:presLayoutVars>
      </dgm:prSet>
      <dgm:spPr/>
    </dgm:pt>
    <dgm:pt modelId="{B2044809-8DE6-482A-BD81-CB4E0F43C60B}" type="pres">
      <dgm:prSet presAssocID="{4128E512-8BD3-42E4-941B-656A52F488AB}" presName="rootComposite1" presStyleCnt="0"/>
      <dgm:spPr/>
    </dgm:pt>
    <dgm:pt modelId="{E6E650E7-9BD8-4758-AC6A-C1D568AB1C59}" type="pres">
      <dgm:prSet presAssocID="{4128E512-8BD3-42E4-941B-656A52F488AB}" presName="rootText1" presStyleLbl="node0" presStyleIdx="4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6383DA6-C2AC-48A6-8FDE-57A3E88B46BD}" type="pres">
      <dgm:prSet presAssocID="{4128E512-8BD3-42E4-941B-656A52F488AB}" presName="rootConnector1" presStyleLbl="node1" presStyleIdx="0" presStyleCnt="0"/>
      <dgm:spPr/>
      <dgm:t>
        <a:bodyPr/>
        <a:lstStyle/>
        <a:p>
          <a:endParaRPr lang="en-IN"/>
        </a:p>
      </dgm:t>
    </dgm:pt>
    <dgm:pt modelId="{FB70DF3D-2E5E-4A06-9BE3-59B7F4203257}" type="pres">
      <dgm:prSet presAssocID="{4128E512-8BD3-42E4-941B-656A52F488AB}" presName="hierChild2" presStyleCnt="0"/>
      <dgm:spPr/>
    </dgm:pt>
    <dgm:pt modelId="{CCCF2BA8-782C-4943-8C40-CB4D4EC42484}" type="pres">
      <dgm:prSet presAssocID="{4128E512-8BD3-42E4-941B-656A52F488AB}" presName="hierChild3" presStyleCnt="0"/>
      <dgm:spPr/>
    </dgm:pt>
    <dgm:pt modelId="{A252C6C0-9FDA-4CB8-8EF9-8B3A3EE91B43}" type="pres">
      <dgm:prSet presAssocID="{49004DF9-F097-4B3C-B02D-F1C6D6543DCE}" presName="hierRoot1" presStyleCnt="0">
        <dgm:presLayoutVars>
          <dgm:hierBranch val="init"/>
        </dgm:presLayoutVars>
      </dgm:prSet>
      <dgm:spPr/>
    </dgm:pt>
    <dgm:pt modelId="{26502DBF-4309-4BA5-9B69-1B79CEF1B7B7}" type="pres">
      <dgm:prSet presAssocID="{49004DF9-F097-4B3C-B02D-F1C6D6543DCE}" presName="rootComposite1" presStyleCnt="0"/>
      <dgm:spPr/>
    </dgm:pt>
    <dgm:pt modelId="{CA09FC36-08B0-4C8B-B490-DD63B9709486}" type="pres">
      <dgm:prSet presAssocID="{49004DF9-F097-4B3C-B02D-F1C6D6543DCE}" presName="rootText1" presStyleLbl="node0" presStyleIdx="5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8E3270B-7A24-41C7-9470-E6AE93AECEAE}" type="pres">
      <dgm:prSet presAssocID="{49004DF9-F097-4B3C-B02D-F1C6D6543DCE}" presName="rootConnector1" presStyleLbl="node1" presStyleIdx="0" presStyleCnt="0"/>
      <dgm:spPr/>
      <dgm:t>
        <a:bodyPr/>
        <a:lstStyle/>
        <a:p>
          <a:endParaRPr lang="en-IN"/>
        </a:p>
      </dgm:t>
    </dgm:pt>
    <dgm:pt modelId="{87786098-56D8-4C2C-87B4-3532B510290A}" type="pres">
      <dgm:prSet presAssocID="{49004DF9-F097-4B3C-B02D-F1C6D6543DCE}" presName="hierChild2" presStyleCnt="0"/>
      <dgm:spPr/>
    </dgm:pt>
    <dgm:pt modelId="{50721E90-FBC9-456F-B12C-8D7D236F0239}" type="pres">
      <dgm:prSet presAssocID="{49004DF9-F097-4B3C-B02D-F1C6D6543DCE}" presName="hierChild3" presStyleCnt="0"/>
      <dgm:spPr/>
    </dgm:pt>
    <dgm:pt modelId="{E4909969-DFDA-484C-A5D7-490CD100C1F9}" type="pres">
      <dgm:prSet presAssocID="{657527DE-2653-493B-97ED-5B75104A58F5}" presName="hierRoot1" presStyleCnt="0">
        <dgm:presLayoutVars>
          <dgm:hierBranch val="init"/>
        </dgm:presLayoutVars>
      </dgm:prSet>
      <dgm:spPr/>
    </dgm:pt>
    <dgm:pt modelId="{1248AF47-8FD5-4470-A8B6-E0CB854500A2}" type="pres">
      <dgm:prSet presAssocID="{657527DE-2653-493B-97ED-5B75104A58F5}" presName="rootComposite1" presStyleCnt="0"/>
      <dgm:spPr/>
    </dgm:pt>
    <dgm:pt modelId="{6AB5189F-7E58-4944-8327-61242360C038}" type="pres">
      <dgm:prSet presAssocID="{657527DE-2653-493B-97ED-5B75104A58F5}" presName="rootText1" presStyleLbl="node0" presStyleIdx="6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438CFA9-C473-41D5-ADA0-31F35B5101A3}" type="pres">
      <dgm:prSet presAssocID="{657527DE-2653-493B-97ED-5B75104A58F5}" presName="rootConnector1" presStyleLbl="node1" presStyleIdx="0" presStyleCnt="0"/>
      <dgm:spPr/>
      <dgm:t>
        <a:bodyPr/>
        <a:lstStyle/>
        <a:p>
          <a:endParaRPr lang="en-IN"/>
        </a:p>
      </dgm:t>
    </dgm:pt>
    <dgm:pt modelId="{C2856D71-16DF-4EC1-A8B0-A05C7295038D}" type="pres">
      <dgm:prSet presAssocID="{657527DE-2653-493B-97ED-5B75104A58F5}" presName="hierChild2" presStyleCnt="0"/>
      <dgm:spPr/>
    </dgm:pt>
    <dgm:pt modelId="{5B7048B3-7705-4A78-9466-813FA4E2B9E1}" type="pres">
      <dgm:prSet presAssocID="{657527DE-2653-493B-97ED-5B75104A58F5}" presName="hierChild3" presStyleCnt="0"/>
      <dgm:spPr/>
    </dgm:pt>
    <dgm:pt modelId="{6D569B87-E3F5-4A4F-8C71-E8B54C6151C8}" type="pres">
      <dgm:prSet presAssocID="{5329E3AA-C2CC-4D1E-AE3E-2E8412C517DE}" presName="hierRoot1" presStyleCnt="0">
        <dgm:presLayoutVars>
          <dgm:hierBranch val="init"/>
        </dgm:presLayoutVars>
      </dgm:prSet>
      <dgm:spPr/>
    </dgm:pt>
    <dgm:pt modelId="{1622FEA5-2DA5-486B-83B2-3528665E4097}" type="pres">
      <dgm:prSet presAssocID="{5329E3AA-C2CC-4D1E-AE3E-2E8412C517DE}" presName="rootComposite1" presStyleCnt="0"/>
      <dgm:spPr/>
    </dgm:pt>
    <dgm:pt modelId="{9653DCF9-AA02-43A1-93F0-C30A91901402}" type="pres">
      <dgm:prSet presAssocID="{5329E3AA-C2CC-4D1E-AE3E-2E8412C517DE}" presName="rootText1" presStyleLbl="node0" presStyleIdx="7" presStyleCnt="8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191B2A2-9C82-4A9D-BD7F-961F39404F00}" type="pres">
      <dgm:prSet presAssocID="{5329E3AA-C2CC-4D1E-AE3E-2E8412C517DE}" presName="rootConnector1" presStyleLbl="node1" presStyleIdx="0" presStyleCnt="0"/>
      <dgm:spPr/>
      <dgm:t>
        <a:bodyPr/>
        <a:lstStyle/>
        <a:p>
          <a:endParaRPr lang="en-IN"/>
        </a:p>
      </dgm:t>
    </dgm:pt>
    <dgm:pt modelId="{33FC8789-2C51-4AD5-8D52-69F622E80466}" type="pres">
      <dgm:prSet presAssocID="{5329E3AA-C2CC-4D1E-AE3E-2E8412C517DE}" presName="hierChild2" presStyleCnt="0"/>
      <dgm:spPr/>
    </dgm:pt>
    <dgm:pt modelId="{7C526C68-9E6F-446D-85ED-72E7484F3143}" type="pres">
      <dgm:prSet presAssocID="{5329E3AA-C2CC-4D1E-AE3E-2E8412C517DE}" presName="hierChild3" presStyleCnt="0"/>
      <dgm:spPr/>
    </dgm:pt>
  </dgm:ptLst>
  <dgm:cxnLst>
    <dgm:cxn modelId="{4C4C72DD-77BC-4F78-90F6-F2FB9C49AC7C}" srcId="{6BE08B3C-AD30-4E1D-A728-EB37F54F7A89}" destId="{4128E512-8BD3-42E4-941B-656A52F488AB}" srcOrd="4" destOrd="0" parTransId="{13AD7C55-67AE-443A-909E-309741170163}" sibTransId="{66C830BB-D4C5-47D4-B6FB-2BF7A1D5C9FA}"/>
    <dgm:cxn modelId="{A66A7BD0-881A-4741-A20B-FC49DD394857}" type="presOf" srcId="{657527DE-2653-493B-97ED-5B75104A58F5}" destId="{5438CFA9-C473-41D5-ADA0-31F35B5101A3}" srcOrd="1" destOrd="0" presId="urn:microsoft.com/office/officeart/2005/8/layout/orgChart1"/>
    <dgm:cxn modelId="{18323D61-D5E3-4947-BE68-550DD8C6B144}" type="presOf" srcId="{85580746-2565-4491-9331-7D8C679349B3}" destId="{81E8AAC4-F25E-4ED5-A088-61A7AFCF7F8F}" srcOrd="0" destOrd="0" presId="urn:microsoft.com/office/officeart/2005/8/layout/orgChart1"/>
    <dgm:cxn modelId="{A4780738-38A9-4628-8C32-2C4F3BF7BE2E}" srcId="{6BE08B3C-AD30-4E1D-A728-EB37F54F7A89}" destId="{49004DF9-F097-4B3C-B02D-F1C6D6543DCE}" srcOrd="5" destOrd="0" parTransId="{8D77DA60-5FBE-4BE5-847F-BC3A8FBFDD90}" sibTransId="{08FE2700-44A2-4F8B-881D-970825141843}"/>
    <dgm:cxn modelId="{183D4097-1673-414E-9FA5-8ACCC6AAA4EA}" type="presOf" srcId="{0341C8D1-F85F-462B-BC47-30870793667D}" destId="{D7BA1B95-73A6-4EE7-B02C-3E75198752A0}" srcOrd="1" destOrd="0" presId="urn:microsoft.com/office/officeart/2005/8/layout/orgChart1"/>
    <dgm:cxn modelId="{2240D741-AF52-4010-BF4C-6347A16FB56A}" type="presOf" srcId="{4128E512-8BD3-42E4-941B-656A52F488AB}" destId="{E6383DA6-C2AC-48A6-8FDE-57A3E88B46BD}" srcOrd="1" destOrd="0" presId="urn:microsoft.com/office/officeart/2005/8/layout/orgChart1"/>
    <dgm:cxn modelId="{C26124E8-57D7-41F8-B81C-E48D5872249A}" type="presOf" srcId="{5329E3AA-C2CC-4D1E-AE3E-2E8412C517DE}" destId="{C191B2A2-9C82-4A9D-BD7F-961F39404F00}" srcOrd="1" destOrd="0" presId="urn:microsoft.com/office/officeart/2005/8/layout/orgChart1"/>
    <dgm:cxn modelId="{ED9FF87A-39BF-4BB1-A191-C7BBAB896AFA}" type="presOf" srcId="{3268DF4C-7FBB-41AA-BD10-CBD29F432457}" destId="{CF11ED81-EE67-41BF-AFDA-3500CF2DA2D6}" srcOrd="1" destOrd="0" presId="urn:microsoft.com/office/officeart/2005/8/layout/orgChart1"/>
    <dgm:cxn modelId="{59C2B9BD-F384-48D2-AB5A-EC2B95E4712B}" type="presOf" srcId="{49004DF9-F097-4B3C-B02D-F1C6D6543DCE}" destId="{CA09FC36-08B0-4C8B-B490-DD63B9709486}" srcOrd="0" destOrd="0" presId="urn:microsoft.com/office/officeart/2005/8/layout/orgChart1"/>
    <dgm:cxn modelId="{64814384-A3A0-4DCB-BB36-25DB6225D216}" srcId="{6BE08B3C-AD30-4E1D-A728-EB37F54F7A89}" destId="{0341C8D1-F85F-462B-BC47-30870793667D}" srcOrd="0" destOrd="0" parTransId="{300E6F5B-EA50-432D-B3AF-A5B385BEB8E4}" sibTransId="{776C037F-7C2C-49C2-B72E-9E550A68D460}"/>
    <dgm:cxn modelId="{11FD30A9-21D1-4DBE-A7D1-E7811775B81E}" type="presOf" srcId="{5060ACA9-C5CA-4CEF-8D1F-BB6F1655529B}" destId="{8BD51C00-A6BE-40C8-847E-C645C7412734}" srcOrd="0" destOrd="0" presId="urn:microsoft.com/office/officeart/2005/8/layout/orgChart1"/>
    <dgm:cxn modelId="{4651AD91-C6C6-4197-9F25-253FBF2F3314}" type="presOf" srcId="{6BE08B3C-AD30-4E1D-A728-EB37F54F7A89}" destId="{1755E1CF-1884-4D94-9852-D7E567F68E1D}" srcOrd="0" destOrd="0" presId="urn:microsoft.com/office/officeart/2005/8/layout/orgChart1"/>
    <dgm:cxn modelId="{7600AC2A-98AC-4355-B9BE-B91409F92F33}" type="presOf" srcId="{85580746-2565-4491-9331-7D8C679349B3}" destId="{3FA0FC83-B043-477B-8B6D-7A8C4F11A9EA}" srcOrd="1" destOrd="0" presId="urn:microsoft.com/office/officeart/2005/8/layout/orgChart1"/>
    <dgm:cxn modelId="{9BB6FBC3-4ECA-4EE1-9A62-B4D2255B474B}" type="presOf" srcId="{657527DE-2653-493B-97ED-5B75104A58F5}" destId="{6AB5189F-7E58-4944-8327-61242360C038}" srcOrd="0" destOrd="0" presId="urn:microsoft.com/office/officeart/2005/8/layout/orgChart1"/>
    <dgm:cxn modelId="{B5B60CD0-58B0-45B1-8729-7F00D2006C3C}" srcId="{6BE08B3C-AD30-4E1D-A728-EB37F54F7A89}" destId="{657527DE-2653-493B-97ED-5B75104A58F5}" srcOrd="6" destOrd="0" parTransId="{F45C26C8-98EF-4D34-B370-1C91FA440791}" sibTransId="{7C883280-578C-413B-B82C-1C1871DAA098}"/>
    <dgm:cxn modelId="{39C17D86-EFDD-4D4F-A87D-A1206E7FAEFC}" type="presOf" srcId="{3268DF4C-7FBB-41AA-BD10-CBD29F432457}" destId="{30CB35A5-7F93-42F2-A55B-629EEFF91B25}" srcOrd="0" destOrd="0" presId="urn:microsoft.com/office/officeart/2005/8/layout/orgChart1"/>
    <dgm:cxn modelId="{D7056E3B-F475-4EB6-9B61-77C2EEA2AEC0}" srcId="{6BE08B3C-AD30-4E1D-A728-EB37F54F7A89}" destId="{5060ACA9-C5CA-4CEF-8D1F-BB6F1655529B}" srcOrd="1" destOrd="0" parTransId="{ADB40F35-6630-4EB4-9BF2-566A53B82877}" sibTransId="{77A96298-E864-41B0-983C-22B193AA3249}"/>
    <dgm:cxn modelId="{FF080775-CD68-4FBA-B713-642E37A80492}" type="presOf" srcId="{5060ACA9-C5CA-4CEF-8D1F-BB6F1655529B}" destId="{96502F2B-7A27-41ED-9FB4-5097CE07A27E}" srcOrd="1" destOrd="0" presId="urn:microsoft.com/office/officeart/2005/8/layout/orgChart1"/>
    <dgm:cxn modelId="{557639D6-042D-4582-9197-00421BFDBDE0}" srcId="{6BE08B3C-AD30-4E1D-A728-EB37F54F7A89}" destId="{3268DF4C-7FBB-41AA-BD10-CBD29F432457}" srcOrd="3" destOrd="0" parTransId="{B701BC0E-5486-4EDD-99FC-F60095A94FB4}" sibTransId="{1794BD8B-35F1-4C07-852E-F5B98E6FB103}"/>
    <dgm:cxn modelId="{38225EFF-1EF5-4440-A2DD-3C2F5A5DB4A3}" type="presOf" srcId="{0341C8D1-F85F-462B-BC47-30870793667D}" destId="{B7683437-CA91-4E68-9537-5F5FF90FD2C1}" srcOrd="0" destOrd="0" presId="urn:microsoft.com/office/officeart/2005/8/layout/orgChart1"/>
    <dgm:cxn modelId="{4216F418-B772-488B-ABBD-1242838C387A}" type="presOf" srcId="{4128E512-8BD3-42E4-941B-656A52F488AB}" destId="{E6E650E7-9BD8-4758-AC6A-C1D568AB1C59}" srcOrd="0" destOrd="0" presId="urn:microsoft.com/office/officeart/2005/8/layout/orgChart1"/>
    <dgm:cxn modelId="{D778CC71-CE60-4DBC-92A3-8195D7458852}" type="presOf" srcId="{49004DF9-F097-4B3C-B02D-F1C6D6543DCE}" destId="{28E3270B-7A24-41C7-9470-E6AE93AECEAE}" srcOrd="1" destOrd="0" presId="urn:microsoft.com/office/officeart/2005/8/layout/orgChart1"/>
    <dgm:cxn modelId="{4B0BDAEC-2436-48A9-8218-0675DCBFFD39}" type="presOf" srcId="{5329E3AA-C2CC-4D1E-AE3E-2E8412C517DE}" destId="{9653DCF9-AA02-43A1-93F0-C30A91901402}" srcOrd="0" destOrd="0" presId="urn:microsoft.com/office/officeart/2005/8/layout/orgChart1"/>
    <dgm:cxn modelId="{151DFA78-5D1B-43FE-A9FA-8D79D465D524}" srcId="{6BE08B3C-AD30-4E1D-A728-EB37F54F7A89}" destId="{85580746-2565-4491-9331-7D8C679349B3}" srcOrd="2" destOrd="0" parTransId="{7D45648E-2722-4989-9DF9-ACF8665F47D7}" sibTransId="{ACA223E7-CFBE-476E-8A3E-4C655D1BC4FD}"/>
    <dgm:cxn modelId="{10B25ED6-2196-4F28-BECD-7B7D1B987D33}" srcId="{6BE08B3C-AD30-4E1D-A728-EB37F54F7A89}" destId="{5329E3AA-C2CC-4D1E-AE3E-2E8412C517DE}" srcOrd="7" destOrd="0" parTransId="{D1E5EEE8-4BA9-486C-9DF2-F784AA829B25}" sibTransId="{F630FC92-BC5F-4488-870C-9ABE3EAC18C7}"/>
    <dgm:cxn modelId="{EA2845B8-22CD-473D-85C4-9AE46D12FBAA}" type="presParOf" srcId="{1755E1CF-1884-4D94-9852-D7E567F68E1D}" destId="{A22D1946-7965-46AE-8F68-1688FE163E13}" srcOrd="0" destOrd="0" presId="urn:microsoft.com/office/officeart/2005/8/layout/orgChart1"/>
    <dgm:cxn modelId="{09D292C9-F57C-4062-8217-248B80C38AD9}" type="presParOf" srcId="{A22D1946-7965-46AE-8F68-1688FE163E13}" destId="{67F5942C-44EF-441F-9EBD-FB1314532D7D}" srcOrd="0" destOrd="0" presId="urn:microsoft.com/office/officeart/2005/8/layout/orgChart1"/>
    <dgm:cxn modelId="{885EB41E-8866-4F2B-9CCA-50E8D5619A9A}" type="presParOf" srcId="{67F5942C-44EF-441F-9EBD-FB1314532D7D}" destId="{B7683437-CA91-4E68-9537-5F5FF90FD2C1}" srcOrd="0" destOrd="0" presId="urn:microsoft.com/office/officeart/2005/8/layout/orgChart1"/>
    <dgm:cxn modelId="{FC99E96A-FD54-4810-A6DE-9F0B5DDBE7B0}" type="presParOf" srcId="{67F5942C-44EF-441F-9EBD-FB1314532D7D}" destId="{D7BA1B95-73A6-4EE7-B02C-3E75198752A0}" srcOrd="1" destOrd="0" presId="urn:microsoft.com/office/officeart/2005/8/layout/orgChart1"/>
    <dgm:cxn modelId="{A903E8BB-B513-41D9-88A2-9834737C72EC}" type="presParOf" srcId="{A22D1946-7965-46AE-8F68-1688FE163E13}" destId="{BE511F0F-F6F5-41C6-A4F6-EF9C5E1042D6}" srcOrd="1" destOrd="0" presId="urn:microsoft.com/office/officeart/2005/8/layout/orgChart1"/>
    <dgm:cxn modelId="{1E97A293-7FDB-496D-A913-A93945F149F3}" type="presParOf" srcId="{A22D1946-7965-46AE-8F68-1688FE163E13}" destId="{B4A527E9-53B2-4708-9E54-4E9F1751BBB5}" srcOrd="2" destOrd="0" presId="urn:microsoft.com/office/officeart/2005/8/layout/orgChart1"/>
    <dgm:cxn modelId="{7F772285-C075-48FE-ABC0-5355784B010F}" type="presParOf" srcId="{1755E1CF-1884-4D94-9852-D7E567F68E1D}" destId="{F28C1936-5D7B-4224-8846-E5AD72A4D881}" srcOrd="1" destOrd="0" presId="urn:microsoft.com/office/officeart/2005/8/layout/orgChart1"/>
    <dgm:cxn modelId="{09F2BE94-5164-4D9A-B629-90EDBD46A459}" type="presParOf" srcId="{F28C1936-5D7B-4224-8846-E5AD72A4D881}" destId="{CC47563B-C27E-4BCD-93E1-4C38F88B31F1}" srcOrd="0" destOrd="0" presId="urn:microsoft.com/office/officeart/2005/8/layout/orgChart1"/>
    <dgm:cxn modelId="{DF47AE8A-E951-440A-A60E-4D5B2F6A2404}" type="presParOf" srcId="{CC47563B-C27E-4BCD-93E1-4C38F88B31F1}" destId="{8BD51C00-A6BE-40C8-847E-C645C7412734}" srcOrd="0" destOrd="0" presId="urn:microsoft.com/office/officeart/2005/8/layout/orgChart1"/>
    <dgm:cxn modelId="{83083773-EB32-45B7-8D7D-2C0F7E9EF957}" type="presParOf" srcId="{CC47563B-C27E-4BCD-93E1-4C38F88B31F1}" destId="{96502F2B-7A27-41ED-9FB4-5097CE07A27E}" srcOrd="1" destOrd="0" presId="urn:microsoft.com/office/officeart/2005/8/layout/orgChart1"/>
    <dgm:cxn modelId="{BD30EC43-4657-4B68-89EC-04EDE2E413CE}" type="presParOf" srcId="{F28C1936-5D7B-4224-8846-E5AD72A4D881}" destId="{20D17C84-02A8-4123-9C5E-14BFF50361AE}" srcOrd="1" destOrd="0" presId="urn:microsoft.com/office/officeart/2005/8/layout/orgChart1"/>
    <dgm:cxn modelId="{28862251-1B86-4F42-A9AB-CDDAEE7BA0DE}" type="presParOf" srcId="{F28C1936-5D7B-4224-8846-E5AD72A4D881}" destId="{DBF44B21-E101-444F-86C2-457316580B76}" srcOrd="2" destOrd="0" presId="urn:microsoft.com/office/officeart/2005/8/layout/orgChart1"/>
    <dgm:cxn modelId="{EB61C384-029F-4265-A12C-95A22FF2B060}" type="presParOf" srcId="{1755E1CF-1884-4D94-9852-D7E567F68E1D}" destId="{7C7D4B6C-80BC-4FF1-B253-D1139BBD1622}" srcOrd="2" destOrd="0" presId="urn:microsoft.com/office/officeart/2005/8/layout/orgChart1"/>
    <dgm:cxn modelId="{B07759E1-3302-4232-81F0-2F8B0890FCDD}" type="presParOf" srcId="{7C7D4B6C-80BC-4FF1-B253-D1139BBD1622}" destId="{5BE6D531-D3BC-4FF8-A218-B21C3040628E}" srcOrd="0" destOrd="0" presId="urn:microsoft.com/office/officeart/2005/8/layout/orgChart1"/>
    <dgm:cxn modelId="{5FAEC6D6-51E1-4B4C-9E17-3B8FAC08ACC0}" type="presParOf" srcId="{5BE6D531-D3BC-4FF8-A218-B21C3040628E}" destId="{81E8AAC4-F25E-4ED5-A088-61A7AFCF7F8F}" srcOrd="0" destOrd="0" presId="urn:microsoft.com/office/officeart/2005/8/layout/orgChart1"/>
    <dgm:cxn modelId="{38E97F76-6300-4010-B457-77FC6F689A9A}" type="presParOf" srcId="{5BE6D531-D3BC-4FF8-A218-B21C3040628E}" destId="{3FA0FC83-B043-477B-8B6D-7A8C4F11A9EA}" srcOrd="1" destOrd="0" presId="urn:microsoft.com/office/officeart/2005/8/layout/orgChart1"/>
    <dgm:cxn modelId="{E124AF0F-4DC7-40B3-9FD4-3FCB3ACE1239}" type="presParOf" srcId="{7C7D4B6C-80BC-4FF1-B253-D1139BBD1622}" destId="{A2F82584-6D6F-471C-95C2-02A0AB642E5C}" srcOrd="1" destOrd="0" presId="urn:microsoft.com/office/officeart/2005/8/layout/orgChart1"/>
    <dgm:cxn modelId="{F41C9B03-8A17-47CE-BCEA-B138B16FF27E}" type="presParOf" srcId="{7C7D4B6C-80BC-4FF1-B253-D1139BBD1622}" destId="{A14B98DA-3176-42EC-A2E2-9669F8EC1804}" srcOrd="2" destOrd="0" presId="urn:microsoft.com/office/officeart/2005/8/layout/orgChart1"/>
    <dgm:cxn modelId="{363882C8-5AF8-4024-B22D-9BF74A1FABEA}" type="presParOf" srcId="{1755E1CF-1884-4D94-9852-D7E567F68E1D}" destId="{3C995CA3-2F3E-4067-955F-D9DFA3A82B5D}" srcOrd="3" destOrd="0" presId="urn:microsoft.com/office/officeart/2005/8/layout/orgChart1"/>
    <dgm:cxn modelId="{AC436D4D-E113-46E4-94D0-F9A5B873284F}" type="presParOf" srcId="{3C995CA3-2F3E-4067-955F-D9DFA3A82B5D}" destId="{E696680E-494D-4750-BC45-1E49EA2371A8}" srcOrd="0" destOrd="0" presId="urn:microsoft.com/office/officeart/2005/8/layout/orgChart1"/>
    <dgm:cxn modelId="{EB3026D2-FB9B-4587-A657-55FB995D0ADF}" type="presParOf" srcId="{E696680E-494D-4750-BC45-1E49EA2371A8}" destId="{30CB35A5-7F93-42F2-A55B-629EEFF91B25}" srcOrd="0" destOrd="0" presId="urn:microsoft.com/office/officeart/2005/8/layout/orgChart1"/>
    <dgm:cxn modelId="{8CAAF101-6B39-409E-B111-5F664E8972B9}" type="presParOf" srcId="{E696680E-494D-4750-BC45-1E49EA2371A8}" destId="{CF11ED81-EE67-41BF-AFDA-3500CF2DA2D6}" srcOrd="1" destOrd="0" presId="urn:microsoft.com/office/officeart/2005/8/layout/orgChart1"/>
    <dgm:cxn modelId="{FBD2FB92-6554-40E9-B733-622FE2EFA0B8}" type="presParOf" srcId="{3C995CA3-2F3E-4067-955F-D9DFA3A82B5D}" destId="{92CC3956-503B-4A4C-87C8-1A82D9AF5E19}" srcOrd="1" destOrd="0" presId="urn:microsoft.com/office/officeart/2005/8/layout/orgChart1"/>
    <dgm:cxn modelId="{FF166EA2-772E-479C-A060-537C3B7FAA40}" type="presParOf" srcId="{3C995CA3-2F3E-4067-955F-D9DFA3A82B5D}" destId="{4598D5C7-4CC2-45DE-B333-C1916FFD9723}" srcOrd="2" destOrd="0" presId="urn:microsoft.com/office/officeart/2005/8/layout/orgChart1"/>
    <dgm:cxn modelId="{DDF837F0-8181-4AA9-B3B2-6441BACB7D68}" type="presParOf" srcId="{1755E1CF-1884-4D94-9852-D7E567F68E1D}" destId="{F7CD7C0F-B54E-4B96-989A-EF08B2EFE394}" srcOrd="4" destOrd="0" presId="urn:microsoft.com/office/officeart/2005/8/layout/orgChart1"/>
    <dgm:cxn modelId="{AF24ED2D-C29B-46F0-B794-789B73D7E3E3}" type="presParOf" srcId="{F7CD7C0F-B54E-4B96-989A-EF08B2EFE394}" destId="{B2044809-8DE6-482A-BD81-CB4E0F43C60B}" srcOrd="0" destOrd="0" presId="urn:microsoft.com/office/officeart/2005/8/layout/orgChart1"/>
    <dgm:cxn modelId="{C8C929BC-E880-487C-BECA-C7E3A06F099F}" type="presParOf" srcId="{B2044809-8DE6-482A-BD81-CB4E0F43C60B}" destId="{E6E650E7-9BD8-4758-AC6A-C1D568AB1C59}" srcOrd="0" destOrd="0" presId="urn:microsoft.com/office/officeart/2005/8/layout/orgChart1"/>
    <dgm:cxn modelId="{AC0D36F3-984C-418B-9BAD-53673EB6F9A6}" type="presParOf" srcId="{B2044809-8DE6-482A-BD81-CB4E0F43C60B}" destId="{E6383DA6-C2AC-48A6-8FDE-57A3E88B46BD}" srcOrd="1" destOrd="0" presId="urn:microsoft.com/office/officeart/2005/8/layout/orgChart1"/>
    <dgm:cxn modelId="{BAE038E3-4911-46E3-8C92-95A0E69A1F13}" type="presParOf" srcId="{F7CD7C0F-B54E-4B96-989A-EF08B2EFE394}" destId="{FB70DF3D-2E5E-4A06-9BE3-59B7F4203257}" srcOrd="1" destOrd="0" presId="urn:microsoft.com/office/officeart/2005/8/layout/orgChart1"/>
    <dgm:cxn modelId="{843427C9-0326-4BD0-9F4B-794E5716761E}" type="presParOf" srcId="{F7CD7C0F-B54E-4B96-989A-EF08B2EFE394}" destId="{CCCF2BA8-782C-4943-8C40-CB4D4EC42484}" srcOrd="2" destOrd="0" presId="urn:microsoft.com/office/officeart/2005/8/layout/orgChart1"/>
    <dgm:cxn modelId="{AA1D1499-07D6-4CDD-B7D8-0C9C6AAC8672}" type="presParOf" srcId="{1755E1CF-1884-4D94-9852-D7E567F68E1D}" destId="{A252C6C0-9FDA-4CB8-8EF9-8B3A3EE91B43}" srcOrd="5" destOrd="0" presId="urn:microsoft.com/office/officeart/2005/8/layout/orgChart1"/>
    <dgm:cxn modelId="{D6F577BD-6AAE-4668-8B53-E9FED0D49E51}" type="presParOf" srcId="{A252C6C0-9FDA-4CB8-8EF9-8B3A3EE91B43}" destId="{26502DBF-4309-4BA5-9B69-1B79CEF1B7B7}" srcOrd="0" destOrd="0" presId="urn:microsoft.com/office/officeart/2005/8/layout/orgChart1"/>
    <dgm:cxn modelId="{413FDE78-0D61-4877-ACA0-92DCEAC19242}" type="presParOf" srcId="{26502DBF-4309-4BA5-9B69-1B79CEF1B7B7}" destId="{CA09FC36-08B0-4C8B-B490-DD63B9709486}" srcOrd="0" destOrd="0" presId="urn:microsoft.com/office/officeart/2005/8/layout/orgChart1"/>
    <dgm:cxn modelId="{FA4D13FD-8558-4EAB-A8DE-49492C7E3F25}" type="presParOf" srcId="{26502DBF-4309-4BA5-9B69-1B79CEF1B7B7}" destId="{28E3270B-7A24-41C7-9470-E6AE93AECEAE}" srcOrd="1" destOrd="0" presId="urn:microsoft.com/office/officeart/2005/8/layout/orgChart1"/>
    <dgm:cxn modelId="{1341962A-7E2A-4D98-B5BB-3D12BE2190ED}" type="presParOf" srcId="{A252C6C0-9FDA-4CB8-8EF9-8B3A3EE91B43}" destId="{87786098-56D8-4C2C-87B4-3532B510290A}" srcOrd="1" destOrd="0" presId="urn:microsoft.com/office/officeart/2005/8/layout/orgChart1"/>
    <dgm:cxn modelId="{1EC657E7-E977-499F-8B83-53DE11EDBFEE}" type="presParOf" srcId="{A252C6C0-9FDA-4CB8-8EF9-8B3A3EE91B43}" destId="{50721E90-FBC9-456F-B12C-8D7D236F0239}" srcOrd="2" destOrd="0" presId="urn:microsoft.com/office/officeart/2005/8/layout/orgChart1"/>
    <dgm:cxn modelId="{E955D98F-9204-4D3D-9205-53154F5301A8}" type="presParOf" srcId="{1755E1CF-1884-4D94-9852-D7E567F68E1D}" destId="{E4909969-DFDA-484C-A5D7-490CD100C1F9}" srcOrd="6" destOrd="0" presId="urn:microsoft.com/office/officeart/2005/8/layout/orgChart1"/>
    <dgm:cxn modelId="{531F366D-E289-4DE3-84E4-1C9DCEF6CFAF}" type="presParOf" srcId="{E4909969-DFDA-484C-A5D7-490CD100C1F9}" destId="{1248AF47-8FD5-4470-A8B6-E0CB854500A2}" srcOrd="0" destOrd="0" presId="urn:microsoft.com/office/officeart/2005/8/layout/orgChart1"/>
    <dgm:cxn modelId="{3BA6BCFD-213B-4379-91B9-41D805053DA7}" type="presParOf" srcId="{1248AF47-8FD5-4470-A8B6-E0CB854500A2}" destId="{6AB5189F-7E58-4944-8327-61242360C038}" srcOrd="0" destOrd="0" presId="urn:microsoft.com/office/officeart/2005/8/layout/orgChart1"/>
    <dgm:cxn modelId="{EFBABB97-0744-443C-A7DA-244860B3BE6B}" type="presParOf" srcId="{1248AF47-8FD5-4470-A8B6-E0CB854500A2}" destId="{5438CFA9-C473-41D5-ADA0-31F35B5101A3}" srcOrd="1" destOrd="0" presId="urn:microsoft.com/office/officeart/2005/8/layout/orgChart1"/>
    <dgm:cxn modelId="{995D5002-D940-4A84-97EB-E6D562F1946A}" type="presParOf" srcId="{E4909969-DFDA-484C-A5D7-490CD100C1F9}" destId="{C2856D71-16DF-4EC1-A8B0-A05C7295038D}" srcOrd="1" destOrd="0" presId="urn:microsoft.com/office/officeart/2005/8/layout/orgChart1"/>
    <dgm:cxn modelId="{F1F26EE3-513C-48D9-A20B-0E218B2B4563}" type="presParOf" srcId="{E4909969-DFDA-484C-A5D7-490CD100C1F9}" destId="{5B7048B3-7705-4A78-9466-813FA4E2B9E1}" srcOrd="2" destOrd="0" presId="urn:microsoft.com/office/officeart/2005/8/layout/orgChart1"/>
    <dgm:cxn modelId="{AEC3861A-51AF-4580-8A72-62602A73BFF8}" type="presParOf" srcId="{1755E1CF-1884-4D94-9852-D7E567F68E1D}" destId="{6D569B87-E3F5-4A4F-8C71-E8B54C6151C8}" srcOrd="7" destOrd="0" presId="urn:microsoft.com/office/officeart/2005/8/layout/orgChart1"/>
    <dgm:cxn modelId="{BA7190F2-B79C-47FA-BE79-5A10006BBDCF}" type="presParOf" srcId="{6D569B87-E3F5-4A4F-8C71-E8B54C6151C8}" destId="{1622FEA5-2DA5-486B-83B2-3528665E4097}" srcOrd="0" destOrd="0" presId="urn:microsoft.com/office/officeart/2005/8/layout/orgChart1"/>
    <dgm:cxn modelId="{D834A403-476F-4CEA-A2E4-D721E296F8DB}" type="presParOf" srcId="{1622FEA5-2DA5-486B-83B2-3528665E4097}" destId="{9653DCF9-AA02-43A1-93F0-C30A91901402}" srcOrd="0" destOrd="0" presId="urn:microsoft.com/office/officeart/2005/8/layout/orgChart1"/>
    <dgm:cxn modelId="{82EAAB2E-B006-4299-AF43-A7E5DD3F728A}" type="presParOf" srcId="{1622FEA5-2DA5-486B-83B2-3528665E4097}" destId="{C191B2A2-9C82-4A9D-BD7F-961F39404F00}" srcOrd="1" destOrd="0" presId="urn:microsoft.com/office/officeart/2005/8/layout/orgChart1"/>
    <dgm:cxn modelId="{C3A3B2B3-93F2-408C-8E17-3C5127DAD69B}" type="presParOf" srcId="{6D569B87-E3F5-4A4F-8C71-E8B54C6151C8}" destId="{33FC8789-2C51-4AD5-8D52-69F622E80466}" srcOrd="1" destOrd="0" presId="urn:microsoft.com/office/officeart/2005/8/layout/orgChart1"/>
    <dgm:cxn modelId="{2CA61D2F-7E80-45F1-9EBC-2BBADF615886}" type="presParOf" srcId="{6D569B87-E3F5-4A4F-8C71-E8B54C6151C8}" destId="{7C526C68-9E6F-446D-85ED-72E7484F31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F6817DF-D73F-4C1B-AEE6-207FF9197C8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C9E3610-D012-4858-A800-D3098BBAA0AB}">
      <dgm:prSet/>
      <dgm:spPr/>
      <dgm:t>
        <a:bodyPr/>
        <a:lstStyle/>
        <a:p>
          <a:pPr rtl="0"/>
          <a:r>
            <a:rPr lang="en-IN" dirty="0" smtClean="0"/>
            <a:t>Logistic Regression</a:t>
          </a:r>
          <a:endParaRPr lang="en-US" dirty="0"/>
        </a:p>
      </dgm:t>
    </dgm:pt>
    <dgm:pt modelId="{86706813-0646-4778-86CF-BA3413565C1C}" type="parTrans" cxnId="{581FF0D3-5F2C-4C19-9085-62ABBD968A3C}">
      <dgm:prSet/>
      <dgm:spPr/>
      <dgm:t>
        <a:bodyPr/>
        <a:lstStyle/>
        <a:p>
          <a:endParaRPr lang="en-IN"/>
        </a:p>
      </dgm:t>
    </dgm:pt>
    <dgm:pt modelId="{8B0FAD20-E0C1-4E1A-A83A-63EA375887E2}" type="sibTrans" cxnId="{581FF0D3-5F2C-4C19-9085-62ABBD968A3C}">
      <dgm:prSet/>
      <dgm:spPr/>
      <dgm:t>
        <a:bodyPr/>
        <a:lstStyle/>
        <a:p>
          <a:endParaRPr lang="en-IN"/>
        </a:p>
      </dgm:t>
    </dgm:pt>
    <dgm:pt modelId="{9924D828-6216-49A0-AA9D-38D352A5A08B}">
      <dgm:prSet/>
      <dgm:spPr/>
      <dgm:t>
        <a:bodyPr/>
        <a:lstStyle/>
        <a:p>
          <a:pPr rtl="0"/>
          <a:r>
            <a:rPr lang="en-IN" dirty="0" smtClean="0"/>
            <a:t>Decision Tree</a:t>
          </a:r>
          <a:endParaRPr lang="en-US" dirty="0"/>
        </a:p>
      </dgm:t>
    </dgm:pt>
    <dgm:pt modelId="{4C002647-0509-4A1A-8065-7544F582B942}" type="parTrans" cxnId="{F855D75D-59A3-4FB3-9B49-865B85B92DC5}">
      <dgm:prSet/>
      <dgm:spPr/>
      <dgm:t>
        <a:bodyPr/>
        <a:lstStyle/>
        <a:p>
          <a:endParaRPr lang="en-IN"/>
        </a:p>
      </dgm:t>
    </dgm:pt>
    <dgm:pt modelId="{EBFFCF79-B530-497F-95DD-229AE6765B51}" type="sibTrans" cxnId="{F855D75D-59A3-4FB3-9B49-865B85B92DC5}">
      <dgm:prSet/>
      <dgm:spPr/>
      <dgm:t>
        <a:bodyPr/>
        <a:lstStyle/>
        <a:p>
          <a:endParaRPr lang="en-IN"/>
        </a:p>
      </dgm:t>
    </dgm:pt>
    <dgm:pt modelId="{6B64AB26-DDCE-43EF-BF06-531AB77E66A6}">
      <dgm:prSet/>
      <dgm:spPr/>
      <dgm:t>
        <a:bodyPr/>
        <a:lstStyle/>
        <a:p>
          <a:pPr rtl="0"/>
          <a:r>
            <a:rPr lang="en-IN" dirty="0" smtClean="0"/>
            <a:t>Naive </a:t>
          </a:r>
          <a:r>
            <a:rPr lang="en-IN" dirty="0" err="1" smtClean="0"/>
            <a:t>Bayes</a:t>
          </a:r>
          <a:endParaRPr lang="en-IN" dirty="0"/>
        </a:p>
      </dgm:t>
    </dgm:pt>
    <dgm:pt modelId="{FDA8B40E-F2CA-49EA-862F-40A19589A4F8}" type="parTrans" cxnId="{87CF8405-ACAF-4D1E-898D-928B9EC892DC}">
      <dgm:prSet/>
      <dgm:spPr/>
      <dgm:t>
        <a:bodyPr/>
        <a:lstStyle/>
        <a:p>
          <a:endParaRPr lang="en-IN"/>
        </a:p>
      </dgm:t>
    </dgm:pt>
    <dgm:pt modelId="{DB59EAF9-7658-485C-8CC3-D94FA4DCEED3}" type="sibTrans" cxnId="{87CF8405-ACAF-4D1E-898D-928B9EC892DC}">
      <dgm:prSet/>
      <dgm:spPr/>
      <dgm:t>
        <a:bodyPr/>
        <a:lstStyle/>
        <a:p>
          <a:endParaRPr lang="en-IN"/>
        </a:p>
      </dgm:t>
    </dgm:pt>
    <dgm:pt modelId="{5DDCB3F5-7173-4912-A0DE-91D13E2EC014}">
      <dgm:prSet/>
      <dgm:spPr/>
      <dgm:t>
        <a:bodyPr/>
        <a:lstStyle/>
        <a:p>
          <a:pPr rtl="0"/>
          <a:r>
            <a:rPr lang="en-IN" dirty="0" err="1" smtClean="0"/>
            <a:t>kNearestNeighbour</a:t>
          </a:r>
          <a:endParaRPr lang="en-US" dirty="0"/>
        </a:p>
      </dgm:t>
    </dgm:pt>
    <dgm:pt modelId="{3503746C-B50B-41DF-A2AE-FBF354387140}" type="parTrans" cxnId="{B2D395E8-6F0B-4EAC-BB7E-522F0D761659}">
      <dgm:prSet/>
      <dgm:spPr/>
      <dgm:t>
        <a:bodyPr/>
        <a:lstStyle/>
        <a:p>
          <a:endParaRPr lang="en-IN"/>
        </a:p>
      </dgm:t>
    </dgm:pt>
    <dgm:pt modelId="{92536AC9-FA3D-48B0-A70A-FC43F07E3E67}" type="sibTrans" cxnId="{B2D395E8-6F0B-4EAC-BB7E-522F0D761659}">
      <dgm:prSet/>
      <dgm:spPr/>
      <dgm:t>
        <a:bodyPr/>
        <a:lstStyle/>
        <a:p>
          <a:endParaRPr lang="en-IN"/>
        </a:p>
      </dgm:t>
    </dgm:pt>
    <dgm:pt modelId="{B4955D65-492C-4119-81DB-BCC74599A899}">
      <dgm:prSet/>
      <dgm:spPr/>
      <dgm:t>
        <a:bodyPr/>
        <a:lstStyle/>
        <a:p>
          <a:pPr rtl="0"/>
          <a:r>
            <a:rPr lang="en-US" dirty="0" smtClean="0"/>
            <a:t>SVM</a:t>
          </a:r>
          <a:endParaRPr lang="en-US" dirty="0"/>
        </a:p>
      </dgm:t>
    </dgm:pt>
    <dgm:pt modelId="{C81DE5B6-24D8-46D3-82AD-88FFF33DF5F5}" type="parTrans" cxnId="{C7AE8F69-ADD8-46E6-B2A7-72AA72C748F2}">
      <dgm:prSet/>
      <dgm:spPr/>
    </dgm:pt>
    <dgm:pt modelId="{97E11EB5-2126-42A7-9051-BCCC2DD8B9C2}" type="sibTrans" cxnId="{C7AE8F69-ADD8-46E6-B2A7-72AA72C748F2}">
      <dgm:prSet/>
      <dgm:spPr/>
    </dgm:pt>
    <dgm:pt modelId="{A6517947-A44B-43F6-8AB6-EF13655514E4}" type="pres">
      <dgm:prSet presAssocID="{3F6817DF-D73F-4C1B-AEE6-207FF9197C8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5FDC4E1C-E582-4994-B570-A678679DCA46}" type="pres">
      <dgm:prSet presAssocID="{9C9E3610-D012-4858-A800-D3098BBAA0AB}" presName="hierRoot1" presStyleCnt="0">
        <dgm:presLayoutVars>
          <dgm:hierBranch val="init"/>
        </dgm:presLayoutVars>
      </dgm:prSet>
      <dgm:spPr/>
    </dgm:pt>
    <dgm:pt modelId="{01C358FD-F05C-42BF-B973-E3536C840BE6}" type="pres">
      <dgm:prSet presAssocID="{9C9E3610-D012-4858-A800-D3098BBAA0AB}" presName="rootComposite1" presStyleCnt="0"/>
      <dgm:spPr/>
    </dgm:pt>
    <dgm:pt modelId="{B5D417AC-8D65-4454-B8B8-4FA41467D69B}" type="pres">
      <dgm:prSet presAssocID="{9C9E3610-D012-4858-A800-D3098BBAA0AB}" presName="rootText1" presStyleLbl="node0" presStyleIdx="0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8713E781-B87E-4B5E-BABF-5E8393C68C6C}" type="pres">
      <dgm:prSet presAssocID="{9C9E3610-D012-4858-A800-D3098BBAA0AB}" presName="rootConnector1" presStyleLbl="node1" presStyleIdx="0" presStyleCnt="0"/>
      <dgm:spPr/>
      <dgm:t>
        <a:bodyPr/>
        <a:lstStyle/>
        <a:p>
          <a:endParaRPr lang="en-IN"/>
        </a:p>
      </dgm:t>
    </dgm:pt>
    <dgm:pt modelId="{FCF22074-AEB5-4CF6-8C9F-DE746BAF73E7}" type="pres">
      <dgm:prSet presAssocID="{9C9E3610-D012-4858-A800-D3098BBAA0AB}" presName="hierChild2" presStyleCnt="0"/>
      <dgm:spPr/>
    </dgm:pt>
    <dgm:pt modelId="{0F9A4909-BD99-4545-8A53-9474CD699CA6}" type="pres">
      <dgm:prSet presAssocID="{9C9E3610-D012-4858-A800-D3098BBAA0AB}" presName="hierChild3" presStyleCnt="0"/>
      <dgm:spPr/>
    </dgm:pt>
    <dgm:pt modelId="{37A8BD98-4ECE-4AB7-BBA2-C626CCB6F5E2}" type="pres">
      <dgm:prSet presAssocID="{9924D828-6216-49A0-AA9D-38D352A5A08B}" presName="hierRoot1" presStyleCnt="0">
        <dgm:presLayoutVars>
          <dgm:hierBranch val="init"/>
        </dgm:presLayoutVars>
      </dgm:prSet>
      <dgm:spPr/>
    </dgm:pt>
    <dgm:pt modelId="{8EC7414C-C24F-46A9-953B-24920169F3F6}" type="pres">
      <dgm:prSet presAssocID="{9924D828-6216-49A0-AA9D-38D352A5A08B}" presName="rootComposite1" presStyleCnt="0"/>
      <dgm:spPr/>
    </dgm:pt>
    <dgm:pt modelId="{AF2CFD75-587A-4B33-A94C-F73068567E36}" type="pres">
      <dgm:prSet presAssocID="{9924D828-6216-49A0-AA9D-38D352A5A08B}" presName="rootText1" presStyleLbl="node0" presStyleIdx="1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E226427B-E049-4819-90AF-18089F876982}" type="pres">
      <dgm:prSet presAssocID="{9924D828-6216-49A0-AA9D-38D352A5A08B}" presName="rootConnector1" presStyleLbl="node1" presStyleIdx="0" presStyleCnt="0"/>
      <dgm:spPr/>
      <dgm:t>
        <a:bodyPr/>
        <a:lstStyle/>
        <a:p>
          <a:endParaRPr lang="en-IN"/>
        </a:p>
      </dgm:t>
    </dgm:pt>
    <dgm:pt modelId="{70353568-67F6-49B5-93ED-639994705D8D}" type="pres">
      <dgm:prSet presAssocID="{9924D828-6216-49A0-AA9D-38D352A5A08B}" presName="hierChild2" presStyleCnt="0"/>
      <dgm:spPr/>
    </dgm:pt>
    <dgm:pt modelId="{46EF301F-D989-4AF2-BAD7-61A224330FEC}" type="pres">
      <dgm:prSet presAssocID="{9924D828-6216-49A0-AA9D-38D352A5A08B}" presName="hierChild3" presStyleCnt="0"/>
      <dgm:spPr/>
    </dgm:pt>
    <dgm:pt modelId="{7896AB50-E494-4E73-B587-C08251CEA564}" type="pres">
      <dgm:prSet presAssocID="{6B64AB26-DDCE-43EF-BF06-531AB77E66A6}" presName="hierRoot1" presStyleCnt="0">
        <dgm:presLayoutVars>
          <dgm:hierBranch val="init"/>
        </dgm:presLayoutVars>
      </dgm:prSet>
      <dgm:spPr/>
    </dgm:pt>
    <dgm:pt modelId="{8E8DB199-45F7-43FC-B3E4-1194DFFE328B}" type="pres">
      <dgm:prSet presAssocID="{6B64AB26-DDCE-43EF-BF06-531AB77E66A6}" presName="rootComposite1" presStyleCnt="0"/>
      <dgm:spPr/>
    </dgm:pt>
    <dgm:pt modelId="{6E24ADB5-9651-4555-930D-6CEE91EFDBCD}" type="pres">
      <dgm:prSet presAssocID="{6B64AB26-DDCE-43EF-BF06-531AB77E66A6}" presName="rootText1" presStyleLbl="node0" presStyleIdx="2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463CB6A4-9FF1-49D6-8B75-3864264935BF}" type="pres">
      <dgm:prSet presAssocID="{6B64AB26-DDCE-43EF-BF06-531AB77E66A6}" presName="rootConnector1" presStyleLbl="node1" presStyleIdx="0" presStyleCnt="0"/>
      <dgm:spPr/>
      <dgm:t>
        <a:bodyPr/>
        <a:lstStyle/>
        <a:p>
          <a:endParaRPr lang="en-IN"/>
        </a:p>
      </dgm:t>
    </dgm:pt>
    <dgm:pt modelId="{55366275-6637-4CA8-8E6F-6AAC25751954}" type="pres">
      <dgm:prSet presAssocID="{6B64AB26-DDCE-43EF-BF06-531AB77E66A6}" presName="hierChild2" presStyleCnt="0"/>
      <dgm:spPr/>
    </dgm:pt>
    <dgm:pt modelId="{CB15152A-55F6-4528-901F-1EF06B3A779D}" type="pres">
      <dgm:prSet presAssocID="{6B64AB26-DDCE-43EF-BF06-531AB77E66A6}" presName="hierChild3" presStyleCnt="0"/>
      <dgm:spPr/>
    </dgm:pt>
    <dgm:pt modelId="{7F8A0D59-BA37-4AAA-B235-256146DA8B9D}" type="pres">
      <dgm:prSet presAssocID="{5DDCB3F5-7173-4912-A0DE-91D13E2EC014}" presName="hierRoot1" presStyleCnt="0">
        <dgm:presLayoutVars>
          <dgm:hierBranch val="init"/>
        </dgm:presLayoutVars>
      </dgm:prSet>
      <dgm:spPr/>
    </dgm:pt>
    <dgm:pt modelId="{AAF93947-F6AF-477E-A143-F0E13C87B056}" type="pres">
      <dgm:prSet presAssocID="{5DDCB3F5-7173-4912-A0DE-91D13E2EC014}" presName="rootComposite1" presStyleCnt="0"/>
      <dgm:spPr/>
    </dgm:pt>
    <dgm:pt modelId="{1F8CE364-2821-4E94-B0A2-BE41E312533C}" type="pres">
      <dgm:prSet presAssocID="{5DDCB3F5-7173-4912-A0DE-91D13E2EC014}" presName="rootText1" presStyleLbl="node0" presStyleIdx="3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128C3D24-400C-4B8D-8FF8-5C748CBC6DE5}" type="pres">
      <dgm:prSet presAssocID="{5DDCB3F5-7173-4912-A0DE-91D13E2EC014}" presName="rootConnector1" presStyleLbl="node1" presStyleIdx="0" presStyleCnt="0"/>
      <dgm:spPr/>
      <dgm:t>
        <a:bodyPr/>
        <a:lstStyle/>
        <a:p>
          <a:endParaRPr lang="en-IN"/>
        </a:p>
      </dgm:t>
    </dgm:pt>
    <dgm:pt modelId="{8BE0AA57-134C-481C-AC65-455462AB6DD6}" type="pres">
      <dgm:prSet presAssocID="{5DDCB3F5-7173-4912-A0DE-91D13E2EC014}" presName="hierChild2" presStyleCnt="0"/>
      <dgm:spPr/>
    </dgm:pt>
    <dgm:pt modelId="{482AA6EB-1C35-4A59-846E-6F6DCAFE678D}" type="pres">
      <dgm:prSet presAssocID="{5DDCB3F5-7173-4912-A0DE-91D13E2EC014}" presName="hierChild3" presStyleCnt="0"/>
      <dgm:spPr/>
    </dgm:pt>
    <dgm:pt modelId="{116BE224-2BDB-48D2-BF12-AF72507804B1}" type="pres">
      <dgm:prSet presAssocID="{B4955D65-492C-4119-81DB-BCC74599A899}" presName="hierRoot1" presStyleCnt="0">
        <dgm:presLayoutVars>
          <dgm:hierBranch val="init"/>
        </dgm:presLayoutVars>
      </dgm:prSet>
      <dgm:spPr/>
    </dgm:pt>
    <dgm:pt modelId="{8FD91AD9-1FCE-4693-BCF2-330422E07577}" type="pres">
      <dgm:prSet presAssocID="{B4955D65-492C-4119-81DB-BCC74599A899}" presName="rootComposite1" presStyleCnt="0"/>
      <dgm:spPr/>
    </dgm:pt>
    <dgm:pt modelId="{06E1613E-A9AD-456B-B196-8FF1C5FC5E31}" type="pres">
      <dgm:prSet presAssocID="{B4955D65-492C-4119-81DB-BCC74599A899}" presName="rootText1" presStyleLbl="node0" presStyleIdx="4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54A569F3-F608-47F3-A4E0-2E83B7B39A27}" type="pres">
      <dgm:prSet presAssocID="{B4955D65-492C-4119-81DB-BCC74599A899}" presName="rootConnector1" presStyleLbl="node1" presStyleIdx="0" presStyleCnt="0"/>
      <dgm:spPr/>
      <dgm:t>
        <a:bodyPr/>
        <a:lstStyle/>
        <a:p>
          <a:endParaRPr lang="en-IN"/>
        </a:p>
      </dgm:t>
    </dgm:pt>
    <dgm:pt modelId="{A89053E2-E57F-4673-99C4-6374EC81E767}" type="pres">
      <dgm:prSet presAssocID="{B4955D65-492C-4119-81DB-BCC74599A899}" presName="hierChild2" presStyleCnt="0"/>
      <dgm:spPr/>
    </dgm:pt>
    <dgm:pt modelId="{CDB0C390-714F-4540-9EF0-51CC5AD0539E}" type="pres">
      <dgm:prSet presAssocID="{B4955D65-492C-4119-81DB-BCC74599A899}" presName="hierChild3" presStyleCnt="0"/>
      <dgm:spPr/>
    </dgm:pt>
  </dgm:ptLst>
  <dgm:cxnLst>
    <dgm:cxn modelId="{C7AE8F69-ADD8-46E6-B2A7-72AA72C748F2}" srcId="{3F6817DF-D73F-4C1B-AEE6-207FF9197C86}" destId="{B4955D65-492C-4119-81DB-BCC74599A899}" srcOrd="4" destOrd="0" parTransId="{C81DE5B6-24D8-46D3-82AD-88FFF33DF5F5}" sibTransId="{97E11EB5-2126-42A7-9051-BCCC2DD8B9C2}"/>
    <dgm:cxn modelId="{44DCFA37-A3D0-41EE-B8D8-312B9677B64D}" type="presOf" srcId="{6B64AB26-DDCE-43EF-BF06-531AB77E66A6}" destId="{6E24ADB5-9651-4555-930D-6CEE91EFDBCD}" srcOrd="0" destOrd="0" presId="urn:microsoft.com/office/officeart/2005/8/layout/orgChart1"/>
    <dgm:cxn modelId="{87CF8405-ACAF-4D1E-898D-928B9EC892DC}" srcId="{3F6817DF-D73F-4C1B-AEE6-207FF9197C86}" destId="{6B64AB26-DDCE-43EF-BF06-531AB77E66A6}" srcOrd="2" destOrd="0" parTransId="{FDA8B40E-F2CA-49EA-862F-40A19589A4F8}" sibTransId="{DB59EAF9-7658-485C-8CC3-D94FA4DCEED3}"/>
    <dgm:cxn modelId="{A61E29AB-0B69-4EE9-9F66-76B987CBE1EC}" type="presOf" srcId="{5DDCB3F5-7173-4912-A0DE-91D13E2EC014}" destId="{1F8CE364-2821-4E94-B0A2-BE41E312533C}" srcOrd="0" destOrd="0" presId="urn:microsoft.com/office/officeart/2005/8/layout/orgChart1"/>
    <dgm:cxn modelId="{D9A08C63-E183-4F37-993C-4E3BFF6AE668}" type="presOf" srcId="{B4955D65-492C-4119-81DB-BCC74599A899}" destId="{54A569F3-F608-47F3-A4E0-2E83B7B39A27}" srcOrd="1" destOrd="0" presId="urn:microsoft.com/office/officeart/2005/8/layout/orgChart1"/>
    <dgm:cxn modelId="{E4626222-C4EC-4DA5-8B9B-AA92A8647090}" type="presOf" srcId="{B4955D65-492C-4119-81DB-BCC74599A899}" destId="{06E1613E-A9AD-456B-B196-8FF1C5FC5E31}" srcOrd="0" destOrd="0" presId="urn:microsoft.com/office/officeart/2005/8/layout/orgChart1"/>
    <dgm:cxn modelId="{48811945-864B-4B21-8079-B02BFA55E663}" type="presOf" srcId="{9924D828-6216-49A0-AA9D-38D352A5A08B}" destId="{AF2CFD75-587A-4B33-A94C-F73068567E36}" srcOrd="0" destOrd="0" presId="urn:microsoft.com/office/officeart/2005/8/layout/orgChart1"/>
    <dgm:cxn modelId="{4AAECDF5-1CFC-41FC-9CCE-23F7EFCCE52D}" type="presOf" srcId="{9C9E3610-D012-4858-A800-D3098BBAA0AB}" destId="{8713E781-B87E-4B5E-BABF-5E8393C68C6C}" srcOrd="1" destOrd="0" presId="urn:microsoft.com/office/officeart/2005/8/layout/orgChart1"/>
    <dgm:cxn modelId="{581FF0D3-5F2C-4C19-9085-62ABBD968A3C}" srcId="{3F6817DF-D73F-4C1B-AEE6-207FF9197C86}" destId="{9C9E3610-D012-4858-A800-D3098BBAA0AB}" srcOrd="0" destOrd="0" parTransId="{86706813-0646-4778-86CF-BA3413565C1C}" sibTransId="{8B0FAD20-E0C1-4E1A-A83A-63EA375887E2}"/>
    <dgm:cxn modelId="{A7453813-1E48-4810-B58E-A257DA1B81EB}" type="presOf" srcId="{9C9E3610-D012-4858-A800-D3098BBAA0AB}" destId="{B5D417AC-8D65-4454-B8B8-4FA41467D69B}" srcOrd="0" destOrd="0" presId="urn:microsoft.com/office/officeart/2005/8/layout/orgChart1"/>
    <dgm:cxn modelId="{FDCABEA5-B2CA-45A8-8689-F13353C311CE}" type="presOf" srcId="{6B64AB26-DDCE-43EF-BF06-531AB77E66A6}" destId="{463CB6A4-9FF1-49D6-8B75-3864264935BF}" srcOrd="1" destOrd="0" presId="urn:microsoft.com/office/officeart/2005/8/layout/orgChart1"/>
    <dgm:cxn modelId="{15E97CB3-683A-4D72-8B2A-BF81EB8B590A}" type="presOf" srcId="{9924D828-6216-49A0-AA9D-38D352A5A08B}" destId="{E226427B-E049-4819-90AF-18089F876982}" srcOrd="1" destOrd="0" presId="urn:microsoft.com/office/officeart/2005/8/layout/orgChart1"/>
    <dgm:cxn modelId="{AEF550C4-B765-42A7-BDE8-1D055A460A8C}" type="presOf" srcId="{3F6817DF-D73F-4C1B-AEE6-207FF9197C86}" destId="{A6517947-A44B-43F6-8AB6-EF13655514E4}" srcOrd="0" destOrd="0" presId="urn:microsoft.com/office/officeart/2005/8/layout/orgChart1"/>
    <dgm:cxn modelId="{F855D75D-59A3-4FB3-9B49-865B85B92DC5}" srcId="{3F6817DF-D73F-4C1B-AEE6-207FF9197C86}" destId="{9924D828-6216-49A0-AA9D-38D352A5A08B}" srcOrd="1" destOrd="0" parTransId="{4C002647-0509-4A1A-8065-7544F582B942}" sibTransId="{EBFFCF79-B530-497F-95DD-229AE6765B51}"/>
    <dgm:cxn modelId="{B2D395E8-6F0B-4EAC-BB7E-522F0D761659}" srcId="{3F6817DF-D73F-4C1B-AEE6-207FF9197C86}" destId="{5DDCB3F5-7173-4912-A0DE-91D13E2EC014}" srcOrd="3" destOrd="0" parTransId="{3503746C-B50B-41DF-A2AE-FBF354387140}" sibTransId="{92536AC9-FA3D-48B0-A70A-FC43F07E3E67}"/>
    <dgm:cxn modelId="{E07E44AA-C939-4807-BC1F-CABC80A56351}" type="presOf" srcId="{5DDCB3F5-7173-4912-A0DE-91D13E2EC014}" destId="{128C3D24-400C-4B8D-8FF8-5C748CBC6DE5}" srcOrd="1" destOrd="0" presId="urn:microsoft.com/office/officeart/2005/8/layout/orgChart1"/>
    <dgm:cxn modelId="{E4884575-A613-43FE-95F1-572479220489}" type="presParOf" srcId="{A6517947-A44B-43F6-8AB6-EF13655514E4}" destId="{5FDC4E1C-E582-4994-B570-A678679DCA46}" srcOrd="0" destOrd="0" presId="urn:microsoft.com/office/officeart/2005/8/layout/orgChart1"/>
    <dgm:cxn modelId="{3B9E5988-0A12-40C2-B9AF-E1E3386420BE}" type="presParOf" srcId="{5FDC4E1C-E582-4994-B570-A678679DCA46}" destId="{01C358FD-F05C-42BF-B973-E3536C840BE6}" srcOrd="0" destOrd="0" presId="urn:microsoft.com/office/officeart/2005/8/layout/orgChart1"/>
    <dgm:cxn modelId="{22909F63-9088-4FCF-8542-DF8184013386}" type="presParOf" srcId="{01C358FD-F05C-42BF-B973-E3536C840BE6}" destId="{B5D417AC-8D65-4454-B8B8-4FA41467D69B}" srcOrd="0" destOrd="0" presId="urn:microsoft.com/office/officeart/2005/8/layout/orgChart1"/>
    <dgm:cxn modelId="{0192E5B3-3232-49F1-8034-AFD128E1B3BE}" type="presParOf" srcId="{01C358FD-F05C-42BF-B973-E3536C840BE6}" destId="{8713E781-B87E-4B5E-BABF-5E8393C68C6C}" srcOrd="1" destOrd="0" presId="urn:microsoft.com/office/officeart/2005/8/layout/orgChart1"/>
    <dgm:cxn modelId="{3A7C13E8-7E32-4819-8BB7-2873B3CCB48C}" type="presParOf" srcId="{5FDC4E1C-E582-4994-B570-A678679DCA46}" destId="{FCF22074-AEB5-4CF6-8C9F-DE746BAF73E7}" srcOrd="1" destOrd="0" presId="urn:microsoft.com/office/officeart/2005/8/layout/orgChart1"/>
    <dgm:cxn modelId="{50C7B214-F13F-4F69-9D83-A415D32B7153}" type="presParOf" srcId="{5FDC4E1C-E582-4994-B570-A678679DCA46}" destId="{0F9A4909-BD99-4545-8A53-9474CD699CA6}" srcOrd="2" destOrd="0" presId="urn:microsoft.com/office/officeart/2005/8/layout/orgChart1"/>
    <dgm:cxn modelId="{FB9937D9-6438-4024-8BD5-C046FD4EC663}" type="presParOf" srcId="{A6517947-A44B-43F6-8AB6-EF13655514E4}" destId="{37A8BD98-4ECE-4AB7-BBA2-C626CCB6F5E2}" srcOrd="1" destOrd="0" presId="urn:microsoft.com/office/officeart/2005/8/layout/orgChart1"/>
    <dgm:cxn modelId="{A0E990F3-2FEE-4E10-87D5-E66F28568808}" type="presParOf" srcId="{37A8BD98-4ECE-4AB7-BBA2-C626CCB6F5E2}" destId="{8EC7414C-C24F-46A9-953B-24920169F3F6}" srcOrd="0" destOrd="0" presId="urn:microsoft.com/office/officeart/2005/8/layout/orgChart1"/>
    <dgm:cxn modelId="{F96C5EC8-06BE-418B-B7DB-59134514C71E}" type="presParOf" srcId="{8EC7414C-C24F-46A9-953B-24920169F3F6}" destId="{AF2CFD75-587A-4B33-A94C-F73068567E36}" srcOrd="0" destOrd="0" presId="urn:microsoft.com/office/officeart/2005/8/layout/orgChart1"/>
    <dgm:cxn modelId="{5B0F437D-2912-4EF2-A58D-9716B80B2A2A}" type="presParOf" srcId="{8EC7414C-C24F-46A9-953B-24920169F3F6}" destId="{E226427B-E049-4819-90AF-18089F876982}" srcOrd="1" destOrd="0" presId="urn:microsoft.com/office/officeart/2005/8/layout/orgChart1"/>
    <dgm:cxn modelId="{DB398F8F-A8E2-4D28-BABA-6162E6797D52}" type="presParOf" srcId="{37A8BD98-4ECE-4AB7-BBA2-C626CCB6F5E2}" destId="{70353568-67F6-49B5-93ED-639994705D8D}" srcOrd="1" destOrd="0" presId="urn:microsoft.com/office/officeart/2005/8/layout/orgChart1"/>
    <dgm:cxn modelId="{8F526CC8-1ED5-4D23-A264-751E1DE44EC1}" type="presParOf" srcId="{37A8BD98-4ECE-4AB7-BBA2-C626CCB6F5E2}" destId="{46EF301F-D989-4AF2-BAD7-61A224330FEC}" srcOrd="2" destOrd="0" presId="urn:microsoft.com/office/officeart/2005/8/layout/orgChart1"/>
    <dgm:cxn modelId="{A84F751A-700F-4F21-84FA-CF1D61921B7A}" type="presParOf" srcId="{A6517947-A44B-43F6-8AB6-EF13655514E4}" destId="{7896AB50-E494-4E73-B587-C08251CEA564}" srcOrd="2" destOrd="0" presId="urn:microsoft.com/office/officeart/2005/8/layout/orgChart1"/>
    <dgm:cxn modelId="{E95A5C56-292E-40E6-900C-F780420B28E2}" type="presParOf" srcId="{7896AB50-E494-4E73-B587-C08251CEA564}" destId="{8E8DB199-45F7-43FC-B3E4-1194DFFE328B}" srcOrd="0" destOrd="0" presId="urn:microsoft.com/office/officeart/2005/8/layout/orgChart1"/>
    <dgm:cxn modelId="{B96292ED-E67D-4F23-A02C-441D57CB20AB}" type="presParOf" srcId="{8E8DB199-45F7-43FC-B3E4-1194DFFE328B}" destId="{6E24ADB5-9651-4555-930D-6CEE91EFDBCD}" srcOrd="0" destOrd="0" presId="urn:microsoft.com/office/officeart/2005/8/layout/orgChart1"/>
    <dgm:cxn modelId="{EC43F66A-F7BB-46E8-B906-F73906A432B3}" type="presParOf" srcId="{8E8DB199-45F7-43FC-B3E4-1194DFFE328B}" destId="{463CB6A4-9FF1-49D6-8B75-3864264935BF}" srcOrd="1" destOrd="0" presId="urn:microsoft.com/office/officeart/2005/8/layout/orgChart1"/>
    <dgm:cxn modelId="{5A7683A1-155F-49DB-AB51-7D7B61DCA7C0}" type="presParOf" srcId="{7896AB50-E494-4E73-B587-C08251CEA564}" destId="{55366275-6637-4CA8-8E6F-6AAC25751954}" srcOrd="1" destOrd="0" presId="urn:microsoft.com/office/officeart/2005/8/layout/orgChart1"/>
    <dgm:cxn modelId="{18FA0C53-4E24-46E0-822E-3B46B9B5B830}" type="presParOf" srcId="{7896AB50-E494-4E73-B587-C08251CEA564}" destId="{CB15152A-55F6-4528-901F-1EF06B3A779D}" srcOrd="2" destOrd="0" presId="urn:microsoft.com/office/officeart/2005/8/layout/orgChart1"/>
    <dgm:cxn modelId="{718CDC92-76BB-48B4-B9B5-0817FFB765CC}" type="presParOf" srcId="{A6517947-A44B-43F6-8AB6-EF13655514E4}" destId="{7F8A0D59-BA37-4AAA-B235-256146DA8B9D}" srcOrd="3" destOrd="0" presId="urn:microsoft.com/office/officeart/2005/8/layout/orgChart1"/>
    <dgm:cxn modelId="{1C575693-9DA3-4240-8DC3-742293141C7C}" type="presParOf" srcId="{7F8A0D59-BA37-4AAA-B235-256146DA8B9D}" destId="{AAF93947-F6AF-477E-A143-F0E13C87B056}" srcOrd="0" destOrd="0" presId="urn:microsoft.com/office/officeart/2005/8/layout/orgChart1"/>
    <dgm:cxn modelId="{AF677ABF-45BD-41CC-963F-BA38BEE73CC9}" type="presParOf" srcId="{AAF93947-F6AF-477E-A143-F0E13C87B056}" destId="{1F8CE364-2821-4E94-B0A2-BE41E312533C}" srcOrd="0" destOrd="0" presId="urn:microsoft.com/office/officeart/2005/8/layout/orgChart1"/>
    <dgm:cxn modelId="{2837AEB1-BD87-497C-BB8E-C87159966601}" type="presParOf" srcId="{AAF93947-F6AF-477E-A143-F0E13C87B056}" destId="{128C3D24-400C-4B8D-8FF8-5C748CBC6DE5}" srcOrd="1" destOrd="0" presId="urn:microsoft.com/office/officeart/2005/8/layout/orgChart1"/>
    <dgm:cxn modelId="{274071F9-834D-4053-A1BC-9F2CC8AE5E23}" type="presParOf" srcId="{7F8A0D59-BA37-4AAA-B235-256146DA8B9D}" destId="{8BE0AA57-134C-481C-AC65-455462AB6DD6}" srcOrd="1" destOrd="0" presId="urn:microsoft.com/office/officeart/2005/8/layout/orgChart1"/>
    <dgm:cxn modelId="{F689F444-EE7C-404C-8C07-5C31E8D23EE6}" type="presParOf" srcId="{7F8A0D59-BA37-4AAA-B235-256146DA8B9D}" destId="{482AA6EB-1C35-4A59-846E-6F6DCAFE678D}" srcOrd="2" destOrd="0" presId="urn:microsoft.com/office/officeart/2005/8/layout/orgChart1"/>
    <dgm:cxn modelId="{E200224B-E7BB-4746-9D24-9DE70B94428F}" type="presParOf" srcId="{A6517947-A44B-43F6-8AB6-EF13655514E4}" destId="{116BE224-2BDB-48D2-BF12-AF72507804B1}" srcOrd="4" destOrd="0" presId="urn:microsoft.com/office/officeart/2005/8/layout/orgChart1"/>
    <dgm:cxn modelId="{860D3066-8DE1-4DFE-BF74-86F5F4E1B56C}" type="presParOf" srcId="{116BE224-2BDB-48D2-BF12-AF72507804B1}" destId="{8FD91AD9-1FCE-4693-BCF2-330422E07577}" srcOrd="0" destOrd="0" presId="urn:microsoft.com/office/officeart/2005/8/layout/orgChart1"/>
    <dgm:cxn modelId="{7A4238C6-59D3-40D7-9071-871C6D2DDF5A}" type="presParOf" srcId="{8FD91AD9-1FCE-4693-BCF2-330422E07577}" destId="{06E1613E-A9AD-456B-B196-8FF1C5FC5E31}" srcOrd="0" destOrd="0" presId="urn:microsoft.com/office/officeart/2005/8/layout/orgChart1"/>
    <dgm:cxn modelId="{670B9508-5995-484F-8532-3F32443A71D8}" type="presParOf" srcId="{8FD91AD9-1FCE-4693-BCF2-330422E07577}" destId="{54A569F3-F608-47F3-A4E0-2E83B7B39A27}" srcOrd="1" destOrd="0" presId="urn:microsoft.com/office/officeart/2005/8/layout/orgChart1"/>
    <dgm:cxn modelId="{7FA25C93-DA71-42A5-9462-A274B6818040}" type="presParOf" srcId="{116BE224-2BDB-48D2-BF12-AF72507804B1}" destId="{A89053E2-E57F-4673-99C4-6374EC81E767}" srcOrd="1" destOrd="0" presId="urn:microsoft.com/office/officeart/2005/8/layout/orgChart1"/>
    <dgm:cxn modelId="{35A91855-3910-43E5-8A8E-00EBFBAB70A4}" type="presParOf" srcId="{116BE224-2BDB-48D2-BF12-AF72507804B1}" destId="{CDB0C390-714F-4540-9EF0-51CC5AD0539E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12997B8-968B-4C35-9E55-99E401CA956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6F48E7-3463-45CB-BF1C-D94B151E4D4A}">
      <dgm:prSet/>
      <dgm:spPr/>
      <dgm:t>
        <a:bodyPr/>
        <a:lstStyle/>
        <a:p>
          <a:pPr rtl="0"/>
          <a:r>
            <a:rPr lang="en-IN" dirty="0" smtClean="0"/>
            <a:t>Boosting algorithms like </a:t>
          </a:r>
          <a:r>
            <a:rPr lang="en-IN" dirty="0" err="1" smtClean="0"/>
            <a:t>AdaBoost</a:t>
          </a:r>
          <a:endParaRPr lang="en-US" dirty="0"/>
        </a:p>
      </dgm:t>
    </dgm:pt>
    <dgm:pt modelId="{1F943663-B941-4338-921F-FC9F5D8E4776}" type="parTrans" cxnId="{8798D354-37A2-4B0A-B24F-35203B8138C7}">
      <dgm:prSet/>
      <dgm:spPr/>
      <dgm:t>
        <a:bodyPr/>
        <a:lstStyle/>
        <a:p>
          <a:endParaRPr lang="en-IN"/>
        </a:p>
      </dgm:t>
    </dgm:pt>
    <dgm:pt modelId="{A08D2767-27AE-4284-B7C4-004C33FE3238}" type="sibTrans" cxnId="{8798D354-37A2-4B0A-B24F-35203B8138C7}">
      <dgm:prSet/>
      <dgm:spPr/>
      <dgm:t>
        <a:bodyPr/>
        <a:lstStyle/>
        <a:p>
          <a:endParaRPr lang="en-IN"/>
        </a:p>
      </dgm:t>
    </dgm:pt>
    <dgm:pt modelId="{F667E6E0-E746-40AA-870D-3A6FD6EF0380}">
      <dgm:prSet/>
      <dgm:spPr/>
      <dgm:t>
        <a:bodyPr/>
        <a:lstStyle/>
        <a:p>
          <a:pPr rtl="0"/>
          <a:r>
            <a:rPr lang="en-IN" dirty="0" smtClean="0"/>
            <a:t>Bagging algorithms like Random Forest</a:t>
          </a:r>
          <a:endParaRPr lang="en-US" dirty="0"/>
        </a:p>
      </dgm:t>
    </dgm:pt>
    <dgm:pt modelId="{8737E0DF-CF42-4554-8DF2-4FDA64A269B1}" type="parTrans" cxnId="{AD8A0324-EA13-4DAE-946E-FCD2D3EAAEC2}">
      <dgm:prSet/>
      <dgm:spPr/>
      <dgm:t>
        <a:bodyPr/>
        <a:lstStyle/>
        <a:p>
          <a:endParaRPr lang="en-IN"/>
        </a:p>
      </dgm:t>
    </dgm:pt>
    <dgm:pt modelId="{E2C2B539-D84D-498D-8B09-5165E5E47D99}" type="sibTrans" cxnId="{AD8A0324-EA13-4DAE-946E-FCD2D3EAAEC2}">
      <dgm:prSet/>
      <dgm:spPr/>
      <dgm:t>
        <a:bodyPr/>
        <a:lstStyle/>
        <a:p>
          <a:endParaRPr lang="en-IN"/>
        </a:p>
      </dgm:t>
    </dgm:pt>
    <dgm:pt modelId="{B0BEB019-9CE7-41CF-A794-66C59F5D4815}">
      <dgm:prSet/>
      <dgm:spPr/>
      <dgm:t>
        <a:bodyPr/>
        <a:lstStyle/>
        <a:p>
          <a:pPr rtl="0"/>
          <a:r>
            <a:rPr lang="en-IN" smtClean="0"/>
            <a:t>Stacking algorithm</a:t>
          </a:r>
          <a:endParaRPr lang="en-US" dirty="0"/>
        </a:p>
      </dgm:t>
    </dgm:pt>
    <dgm:pt modelId="{12CB5B43-D72F-4A86-8292-60B9C57E7157}" type="parTrans" cxnId="{54F814B0-2E74-45EE-811C-34759835C375}">
      <dgm:prSet/>
      <dgm:spPr/>
      <dgm:t>
        <a:bodyPr/>
        <a:lstStyle/>
        <a:p>
          <a:endParaRPr lang="en-IN"/>
        </a:p>
      </dgm:t>
    </dgm:pt>
    <dgm:pt modelId="{641D75F1-49AC-4BEB-ADE0-E6663DB850F6}" type="sibTrans" cxnId="{54F814B0-2E74-45EE-811C-34759835C375}">
      <dgm:prSet/>
      <dgm:spPr/>
      <dgm:t>
        <a:bodyPr/>
        <a:lstStyle/>
        <a:p>
          <a:endParaRPr lang="en-IN"/>
        </a:p>
      </dgm:t>
    </dgm:pt>
    <dgm:pt modelId="{F3E64AA6-6E65-4389-9874-64BD139D0DC4}" type="pres">
      <dgm:prSet presAssocID="{012997B8-968B-4C35-9E55-99E401CA95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C866230D-E273-474E-8A55-C45B65D94012}" type="pres">
      <dgm:prSet presAssocID="{896F48E7-3463-45CB-BF1C-D94B151E4D4A}" presName="hierRoot1" presStyleCnt="0">
        <dgm:presLayoutVars>
          <dgm:hierBranch val="init"/>
        </dgm:presLayoutVars>
      </dgm:prSet>
      <dgm:spPr/>
    </dgm:pt>
    <dgm:pt modelId="{AA40FC65-1123-4860-86CB-A0FEC880C171}" type="pres">
      <dgm:prSet presAssocID="{896F48E7-3463-45CB-BF1C-D94B151E4D4A}" presName="rootComposite1" presStyleCnt="0"/>
      <dgm:spPr/>
    </dgm:pt>
    <dgm:pt modelId="{13EEF7B5-2813-4752-B731-9B4FA58BC202}" type="pres">
      <dgm:prSet presAssocID="{896F48E7-3463-45CB-BF1C-D94B151E4D4A}" presName="rootText1" presStyleLbl="node0" presStyleIdx="0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3194CE5-2558-4502-B50A-6C2E62C40E9E}" type="pres">
      <dgm:prSet presAssocID="{896F48E7-3463-45CB-BF1C-D94B151E4D4A}" presName="rootConnector1" presStyleLbl="node1" presStyleIdx="0" presStyleCnt="0"/>
      <dgm:spPr/>
      <dgm:t>
        <a:bodyPr/>
        <a:lstStyle/>
        <a:p>
          <a:endParaRPr lang="en-IN"/>
        </a:p>
      </dgm:t>
    </dgm:pt>
    <dgm:pt modelId="{E58CC46A-E553-46D0-BDC0-1F804F42C18F}" type="pres">
      <dgm:prSet presAssocID="{896F48E7-3463-45CB-BF1C-D94B151E4D4A}" presName="hierChild2" presStyleCnt="0"/>
      <dgm:spPr/>
    </dgm:pt>
    <dgm:pt modelId="{8FF08C6F-4C7F-4024-B25C-1A9D3DC1606B}" type="pres">
      <dgm:prSet presAssocID="{896F48E7-3463-45CB-BF1C-D94B151E4D4A}" presName="hierChild3" presStyleCnt="0"/>
      <dgm:spPr/>
    </dgm:pt>
    <dgm:pt modelId="{BBA9DD51-D9E9-4E34-80D7-768B65D9DFF8}" type="pres">
      <dgm:prSet presAssocID="{F667E6E0-E746-40AA-870D-3A6FD6EF0380}" presName="hierRoot1" presStyleCnt="0">
        <dgm:presLayoutVars>
          <dgm:hierBranch val="init"/>
        </dgm:presLayoutVars>
      </dgm:prSet>
      <dgm:spPr/>
    </dgm:pt>
    <dgm:pt modelId="{4946EBC2-3EA6-4439-A718-D00CB717622F}" type="pres">
      <dgm:prSet presAssocID="{F667E6E0-E746-40AA-870D-3A6FD6EF0380}" presName="rootComposite1" presStyleCnt="0"/>
      <dgm:spPr/>
    </dgm:pt>
    <dgm:pt modelId="{B259170D-E6BA-4FFA-A1AC-C682999987E4}" type="pres">
      <dgm:prSet presAssocID="{F667E6E0-E746-40AA-870D-3A6FD6EF0380}" presName="rootText1" presStyleLbl="node0" presStyleIdx="1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79A96D8-7AB1-4F56-86FF-C23A58EC817B}" type="pres">
      <dgm:prSet presAssocID="{F667E6E0-E746-40AA-870D-3A6FD6EF0380}" presName="rootConnector1" presStyleLbl="node1" presStyleIdx="0" presStyleCnt="0"/>
      <dgm:spPr/>
      <dgm:t>
        <a:bodyPr/>
        <a:lstStyle/>
        <a:p>
          <a:endParaRPr lang="en-IN"/>
        </a:p>
      </dgm:t>
    </dgm:pt>
    <dgm:pt modelId="{ACF89F44-EC30-43EE-9969-FB8039785C4D}" type="pres">
      <dgm:prSet presAssocID="{F667E6E0-E746-40AA-870D-3A6FD6EF0380}" presName="hierChild2" presStyleCnt="0"/>
      <dgm:spPr/>
    </dgm:pt>
    <dgm:pt modelId="{C44162F0-F1EC-4FF6-A462-6ED9D389871A}" type="pres">
      <dgm:prSet presAssocID="{F667E6E0-E746-40AA-870D-3A6FD6EF0380}" presName="hierChild3" presStyleCnt="0"/>
      <dgm:spPr/>
    </dgm:pt>
    <dgm:pt modelId="{880BC322-DE85-4992-A374-7C75C691E408}" type="pres">
      <dgm:prSet presAssocID="{B0BEB019-9CE7-41CF-A794-66C59F5D4815}" presName="hierRoot1" presStyleCnt="0">
        <dgm:presLayoutVars>
          <dgm:hierBranch val="init"/>
        </dgm:presLayoutVars>
      </dgm:prSet>
      <dgm:spPr/>
    </dgm:pt>
    <dgm:pt modelId="{90D5A925-39F4-41C2-B1D6-A29211CF14C3}" type="pres">
      <dgm:prSet presAssocID="{B0BEB019-9CE7-41CF-A794-66C59F5D4815}" presName="rootComposite1" presStyleCnt="0"/>
      <dgm:spPr/>
    </dgm:pt>
    <dgm:pt modelId="{BFE9A383-3547-40A6-A9BF-A0920F5CA675}" type="pres">
      <dgm:prSet presAssocID="{B0BEB019-9CE7-41CF-A794-66C59F5D4815}" presName="rootText1" presStyleLbl="node0" presStyleIdx="2" presStyleCnt="3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F2BC5DC-A6EC-4973-8717-9F6EDD726352}" type="pres">
      <dgm:prSet presAssocID="{B0BEB019-9CE7-41CF-A794-66C59F5D4815}" presName="rootConnector1" presStyleLbl="node1" presStyleIdx="0" presStyleCnt="0"/>
      <dgm:spPr/>
      <dgm:t>
        <a:bodyPr/>
        <a:lstStyle/>
        <a:p>
          <a:endParaRPr lang="en-IN"/>
        </a:p>
      </dgm:t>
    </dgm:pt>
    <dgm:pt modelId="{122F985A-7861-4C2C-AECC-EB7E829FEE6D}" type="pres">
      <dgm:prSet presAssocID="{B0BEB019-9CE7-41CF-A794-66C59F5D4815}" presName="hierChild2" presStyleCnt="0"/>
      <dgm:spPr/>
    </dgm:pt>
    <dgm:pt modelId="{F773D825-BD1C-4074-8CB4-2071D7F79C75}" type="pres">
      <dgm:prSet presAssocID="{B0BEB019-9CE7-41CF-A794-66C59F5D4815}" presName="hierChild3" presStyleCnt="0"/>
      <dgm:spPr/>
    </dgm:pt>
  </dgm:ptLst>
  <dgm:cxnLst>
    <dgm:cxn modelId="{B5DC62CE-3B47-46DF-857D-04719ECB5344}" type="presOf" srcId="{012997B8-968B-4C35-9E55-99E401CA956D}" destId="{F3E64AA6-6E65-4389-9874-64BD139D0DC4}" srcOrd="0" destOrd="0" presId="urn:microsoft.com/office/officeart/2005/8/layout/orgChart1"/>
    <dgm:cxn modelId="{6C1F6D0E-1DB8-45D4-A277-82C36C56152E}" type="presOf" srcId="{B0BEB019-9CE7-41CF-A794-66C59F5D4815}" destId="{BFE9A383-3547-40A6-A9BF-A0920F5CA675}" srcOrd="0" destOrd="0" presId="urn:microsoft.com/office/officeart/2005/8/layout/orgChart1"/>
    <dgm:cxn modelId="{066986C8-24B8-43D4-9948-18EB6EF46CBD}" type="presOf" srcId="{896F48E7-3463-45CB-BF1C-D94B151E4D4A}" destId="{13EEF7B5-2813-4752-B731-9B4FA58BC202}" srcOrd="0" destOrd="0" presId="urn:microsoft.com/office/officeart/2005/8/layout/orgChart1"/>
    <dgm:cxn modelId="{544D5A75-3278-4904-80BC-C199E04D4B2A}" type="presOf" srcId="{F667E6E0-E746-40AA-870D-3A6FD6EF0380}" destId="{D79A96D8-7AB1-4F56-86FF-C23A58EC817B}" srcOrd="1" destOrd="0" presId="urn:microsoft.com/office/officeart/2005/8/layout/orgChart1"/>
    <dgm:cxn modelId="{55196309-03CE-4C93-9510-1BE9ADC143EA}" type="presOf" srcId="{896F48E7-3463-45CB-BF1C-D94B151E4D4A}" destId="{23194CE5-2558-4502-B50A-6C2E62C40E9E}" srcOrd="1" destOrd="0" presId="urn:microsoft.com/office/officeart/2005/8/layout/orgChart1"/>
    <dgm:cxn modelId="{8798D354-37A2-4B0A-B24F-35203B8138C7}" srcId="{012997B8-968B-4C35-9E55-99E401CA956D}" destId="{896F48E7-3463-45CB-BF1C-D94B151E4D4A}" srcOrd="0" destOrd="0" parTransId="{1F943663-B941-4338-921F-FC9F5D8E4776}" sibTransId="{A08D2767-27AE-4284-B7C4-004C33FE3238}"/>
    <dgm:cxn modelId="{AD8A0324-EA13-4DAE-946E-FCD2D3EAAEC2}" srcId="{012997B8-968B-4C35-9E55-99E401CA956D}" destId="{F667E6E0-E746-40AA-870D-3A6FD6EF0380}" srcOrd="1" destOrd="0" parTransId="{8737E0DF-CF42-4554-8DF2-4FDA64A269B1}" sibTransId="{E2C2B539-D84D-498D-8B09-5165E5E47D99}"/>
    <dgm:cxn modelId="{FCD7AF12-4277-4E9D-B0D6-6484EEA950D7}" type="presOf" srcId="{B0BEB019-9CE7-41CF-A794-66C59F5D4815}" destId="{FF2BC5DC-A6EC-4973-8717-9F6EDD726352}" srcOrd="1" destOrd="0" presId="urn:microsoft.com/office/officeart/2005/8/layout/orgChart1"/>
    <dgm:cxn modelId="{54F814B0-2E74-45EE-811C-34759835C375}" srcId="{012997B8-968B-4C35-9E55-99E401CA956D}" destId="{B0BEB019-9CE7-41CF-A794-66C59F5D4815}" srcOrd="2" destOrd="0" parTransId="{12CB5B43-D72F-4A86-8292-60B9C57E7157}" sibTransId="{641D75F1-49AC-4BEB-ADE0-E6663DB850F6}"/>
    <dgm:cxn modelId="{AC92F726-2C54-4411-842B-30BF786349F8}" type="presOf" srcId="{F667E6E0-E746-40AA-870D-3A6FD6EF0380}" destId="{B259170D-E6BA-4FFA-A1AC-C682999987E4}" srcOrd="0" destOrd="0" presId="urn:microsoft.com/office/officeart/2005/8/layout/orgChart1"/>
    <dgm:cxn modelId="{F9D701E7-68C1-419D-BF03-9D0AF1F43706}" type="presParOf" srcId="{F3E64AA6-6E65-4389-9874-64BD139D0DC4}" destId="{C866230D-E273-474E-8A55-C45B65D94012}" srcOrd="0" destOrd="0" presId="urn:microsoft.com/office/officeart/2005/8/layout/orgChart1"/>
    <dgm:cxn modelId="{4B22EE7C-D0BE-41E2-9803-03879EE1A98D}" type="presParOf" srcId="{C866230D-E273-474E-8A55-C45B65D94012}" destId="{AA40FC65-1123-4860-86CB-A0FEC880C171}" srcOrd="0" destOrd="0" presId="urn:microsoft.com/office/officeart/2005/8/layout/orgChart1"/>
    <dgm:cxn modelId="{A0B48975-B3E2-4EF3-86C4-A0666CE99713}" type="presParOf" srcId="{AA40FC65-1123-4860-86CB-A0FEC880C171}" destId="{13EEF7B5-2813-4752-B731-9B4FA58BC202}" srcOrd="0" destOrd="0" presId="urn:microsoft.com/office/officeart/2005/8/layout/orgChart1"/>
    <dgm:cxn modelId="{33FC2EDE-A13C-4F78-999F-231C665DBD89}" type="presParOf" srcId="{AA40FC65-1123-4860-86CB-A0FEC880C171}" destId="{23194CE5-2558-4502-B50A-6C2E62C40E9E}" srcOrd="1" destOrd="0" presId="urn:microsoft.com/office/officeart/2005/8/layout/orgChart1"/>
    <dgm:cxn modelId="{29A464E1-1AEB-4E0D-A71A-42724B0975DE}" type="presParOf" srcId="{C866230D-E273-474E-8A55-C45B65D94012}" destId="{E58CC46A-E553-46D0-BDC0-1F804F42C18F}" srcOrd="1" destOrd="0" presId="urn:microsoft.com/office/officeart/2005/8/layout/orgChart1"/>
    <dgm:cxn modelId="{C01080AF-3C9E-4651-9664-E46DB4FE28EC}" type="presParOf" srcId="{C866230D-E273-474E-8A55-C45B65D94012}" destId="{8FF08C6F-4C7F-4024-B25C-1A9D3DC1606B}" srcOrd="2" destOrd="0" presId="urn:microsoft.com/office/officeart/2005/8/layout/orgChart1"/>
    <dgm:cxn modelId="{919B0CD5-BF34-46EE-BAEE-AA546C0F94A8}" type="presParOf" srcId="{F3E64AA6-6E65-4389-9874-64BD139D0DC4}" destId="{BBA9DD51-D9E9-4E34-80D7-768B65D9DFF8}" srcOrd="1" destOrd="0" presId="urn:microsoft.com/office/officeart/2005/8/layout/orgChart1"/>
    <dgm:cxn modelId="{1A85C5FF-287F-4719-ACC1-84687BB392F7}" type="presParOf" srcId="{BBA9DD51-D9E9-4E34-80D7-768B65D9DFF8}" destId="{4946EBC2-3EA6-4439-A718-D00CB717622F}" srcOrd="0" destOrd="0" presId="urn:microsoft.com/office/officeart/2005/8/layout/orgChart1"/>
    <dgm:cxn modelId="{27501DE3-BCD6-418D-B5AE-F69F0C278BA8}" type="presParOf" srcId="{4946EBC2-3EA6-4439-A718-D00CB717622F}" destId="{B259170D-E6BA-4FFA-A1AC-C682999987E4}" srcOrd="0" destOrd="0" presId="urn:microsoft.com/office/officeart/2005/8/layout/orgChart1"/>
    <dgm:cxn modelId="{00D7A5BB-BA83-4D46-9E1C-2810CF9DA6FD}" type="presParOf" srcId="{4946EBC2-3EA6-4439-A718-D00CB717622F}" destId="{D79A96D8-7AB1-4F56-86FF-C23A58EC817B}" srcOrd="1" destOrd="0" presId="urn:microsoft.com/office/officeart/2005/8/layout/orgChart1"/>
    <dgm:cxn modelId="{AD41979E-E343-4AC1-B20A-16498AB17AEF}" type="presParOf" srcId="{BBA9DD51-D9E9-4E34-80D7-768B65D9DFF8}" destId="{ACF89F44-EC30-43EE-9969-FB8039785C4D}" srcOrd="1" destOrd="0" presId="urn:microsoft.com/office/officeart/2005/8/layout/orgChart1"/>
    <dgm:cxn modelId="{1286238F-7F72-4B50-9D7D-C31A2AF6E264}" type="presParOf" srcId="{BBA9DD51-D9E9-4E34-80D7-768B65D9DFF8}" destId="{C44162F0-F1EC-4FF6-A462-6ED9D389871A}" srcOrd="2" destOrd="0" presId="urn:microsoft.com/office/officeart/2005/8/layout/orgChart1"/>
    <dgm:cxn modelId="{0F0C8A00-A78B-4778-B872-85AE3BFC803D}" type="presParOf" srcId="{F3E64AA6-6E65-4389-9874-64BD139D0DC4}" destId="{880BC322-DE85-4992-A374-7C75C691E408}" srcOrd="2" destOrd="0" presId="urn:microsoft.com/office/officeart/2005/8/layout/orgChart1"/>
    <dgm:cxn modelId="{A7E8DB1E-3498-430C-98A9-7A6A84FD6655}" type="presParOf" srcId="{880BC322-DE85-4992-A374-7C75C691E408}" destId="{90D5A925-39F4-41C2-B1D6-A29211CF14C3}" srcOrd="0" destOrd="0" presId="urn:microsoft.com/office/officeart/2005/8/layout/orgChart1"/>
    <dgm:cxn modelId="{8AEB5D67-DDAA-49E9-983A-D84FDB0E9E01}" type="presParOf" srcId="{90D5A925-39F4-41C2-B1D6-A29211CF14C3}" destId="{BFE9A383-3547-40A6-A9BF-A0920F5CA675}" srcOrd="0" destOrd="0" presId="urn:microsoft.com/office/officeart/2005/8/layout/orgChart1"/>
    <dgm:cxn modelId="{9EF97111-C303-4E22-90E9-D2B3DE695555}" type="presParOf" srcId="{90D5A925-39F4-41C2-B1D6-A29211CF14C3}" destId="{FF2BC5DC-A6EC-4973-8717-9F6EDD726352}" srcOrd="1" destOrd="0" presId="urn:microsoft.com/office/officeart/2005/8/layout/orgChart1"/>
    <dgm:cxn modelId="{1C4465E4-527B-40B8-8B72-8BFA22BD4B04}" type="presParOf" srcId="{880BC322-DE85-4992-A374-7C75C691E408}" destId="{122F985A-7861-4C2C-AECC-EB7E829FEE6D}" srcOrd="1" destOrd="0" presId="urn:microsoft.com/office/officeart/2005/8/layout/orgChart1"/>
    <dgm:cxn modelId="{60F1C143-CF4B-42AD-AB42-50D8FC78ECAB}" type="presParOf" srcId="{880BC322-DE85-4992-A374-7C75C691E408}" destId="{F773D825-BD1C-4074-8CB4-2071D7F79C7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12997B8-968B-4C35-9E55-99E401CA956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6F48E7-3463-45CB-BF1C-D94B151E4D4A}">
      <dgm:prSet/>
      <dgm:spPr/>
      <dgm:t>
        <a:bodyPr/>
        <a:lstStyle/>
        <a:p>
          <a:pPr rtl="0"/>
          <a:r>
            <a:rPr lang="en-IN" dirty="0" smtClean="0"/>
            <a:t>Feed Forward Networks</a:t>
          </a:r>
          <a:endParaRPr lang="en-US" dirty="0"/>
        </a:p>
      </dgm:t>
    </dgm:pt>
    <dgm:pt modelId="{1F943663-B941-4338-921F-FC9F5D8E4776}" type="parTrans" cxnId="{8798D354-37A2-4B0A-B24F-35203B8138C7}">
      <dgm:prSet/>
      <dgm:spPr/>
      <dgm:t>
        <a:bodyPr/>
        <a:lstStyle/>
        <a:p>
          <a:endParaRPr lang="en-IN"/>
        </a:p>
      </dgm:t>
    </dgm:pt>
    <dgm:pt modelId="{A08D2767-27AE-4284-B7C4-004C33FE3238}" type="sibTrans" cxnId="{8798D354-37A2-4B0A-B24F-35203B8138C7}">
      <dgm:prSet/>
      <dgm:spPr/>
      <dgm:t>
        <a:bodyPr/>
        <a:lstStyle/>
        <a:p>
          <a:endParaRPr lang="en-IN"/>
        </a:p>
      </dgm:t>
    </dgm:pt>
    <dgm:pt modelId="{F667E6E0-E746-40AA-870D-3A6FD6EF0380}">
      <dgm:prSet/>
      <dgm:spPr/>
      <dgm:t>
        <a:bodyPr/>
        <a:lstStyle/>
        <a:p>
          <a:pPr rtl="0"/>
          <a:r>
            <a:rPr lang="en-IN" dirty="0" smtClean="0"/>
            <a:t>Recurrent Neural Networks</a:t>
          </a:r>
          <a:endParaRPr lang="en-US" dirty="0"/>
        </a:p>
      </dgm:t>
    </dgm:pt>
    <dgm:pt modelId="{8737E0DF-CF42-4554-8DF2-4FDA64A269B1}" type="parTrans" cxnId="{AD8A0324-EA13-4DAE-946E-FCD2D3EAAEC2}">
      <dgm:prSet/>
      <dgm:spPr/>
      <dgm:t>
        <a:bodyPr/>
        <a:lstStyle/>
        <a:p>
          <a:endParaRPr lang="en-IN"/>
        </a:p>
      </dgm:t>
    </dgm:pt>
    <dgm:pt modelId="{E2C2B539-D84D-498D-8B09-5165E5E47D99}" type="sibTrans" cxnId="{AD8A0324-EA13-4DAE-946E-FCD2D3EAAEC2}">
      <dgm:prSet/>
      <dgm:spPr/>
      <dgm:t>
        <a:bodyPr/>
        <a:lstStyle/>
        <a:p>
          <a:endParaRPr lang="en-IN"/>
        </a:p>
      </dgm:t>
    </dgm:pt>
    <dgm:pt modelId="{B0BEB019-9CE7-41CF-A794-66C59F5D4815}">
      <dgm:prSet/>
      <dgm:spPr/>
      <dgm:t>
        <a:bodyPr/>
        <a:lstStyle/>
        <a:p>
          <a:pPr rtl="0"/>
          <a:r>
            <a:rPr lang="en-IN" dirty="0" smtClean="0"/>
            <a:t>CNN</a:t>
          </a:r>
          <a:endParaRPr lang="en-US" dirty="0"/>
        </a:p>
      </dgm:t>
    </dgm:pt>
    <dgm:pt modelId="{12CB5B43-D72F-4A86-8292-60B9C57E7157}" type="parTrans" cxnId="{54F814B0-2E74-45EE-811C-34759835C375}">
      <dgm:prSet/>
      <dgm:spPr/>
      <dgm:t>
        <a:bodyPr/>
        <a:lstStyle/>
        <a:p>
          <a:endParaRPr lang="en-IN"/>
        </a:p>
      </dgm:t>
    </dgm:pt>
    <dgm:pt modelId="{641D75F1-49AC-4BEB-ADE0-E6663DB850F6}" type="sibTrans" cxnId="{54F814B0-2E74-45EE-811C-34759835C375}">
      <dgm:prSet/>
      <dgm:spPr/>
      <dgm:t>
        <a:bodyPr/>
        <a:lstStyle/>
        <a:p>
          <a:endParaRPr lang="en-IN"/>
        </a:p>
      </dgm:t>
    </dgm:pt>
    <dgm:pt modelId="{57C5A076-9B07-40E9-BD48-4C74A7224445}">
      <dgm:prSet/>
      <dgm:spPr/>
      <dgm:t>
        <a:bodyPr/>
        <a:lstStyle/>
        <a:p>
          <a:pPr rtl="0"/>
          <a:r>
            <a:rPr lang="en-US" dirty="0" smtClean="0"/>
            <a:t>LSTM</a:t>
          </a:r>
          <a:endParaRPr lang="en-US" dirty="0"/>
        </a:p>
      </dgm:t>
    </dgm:pt>
    <dgm:pt modelId="{C7A8F5A9-B87F-4E5F-BE1D-82D58D13CE4A}" type="parTrans" cxnId="{C63B86D7-7B9D-4BEE-B702-1EDD845F501A}">
      <dgm:prSet/>
      <dgm:spPr/>
    </dgm:pt>
    <dgm:pt modelId="{97FD27FE-695E-4D42-9B32-0658A846EC25}" type="sibTrans" cxnId="{C63B86D7-7B9D-4BEE-B702-1EDD845F501A}">
      <dgm:prSet/>
      <dgm:spPr/>
    </dgm:pt>
    <dgm:pt modelId="{3FD03DFD-B05F-48A0-8E4B-32C229490D31}">
      <dgm:prSet/>
      <dgm:spPr/>
      <dgm:t>
        <a:bodyPr/>
        <a:lstStyle/>
        <a:p>
          <a:pPr rtl="0"/>
          <a:r>
            <a:rPr lang="en-US" dirty="0" smtClean="0"/>
            <a:t>Word Embeddings</a:t>
          </a:r>
          <a:endParaRPr lang="en-US" dirty="0"/>
        </a:p>
      </dgm:t>
    </dgm:pt>
    <dgm:pt modelId="{E7EFB7D6-23C5-47DA-902C-D1D4C6CBA6C9}" type="parTrans" cxnId="{0C0588C5-174B-482D-9362-7D28F8D97121}">
      <dgm:prSet/>
      <dgm:spPr/>
    </dgm:pt>
    <dgm:pt modelId="{68164C9A-5126-4942-8266-2C3ADEE66ED2}" type="sibTrans" cxnId="{0C0588C5-174B-482D-9362-7D28F8D97121}">
      <dgm:prSet/>
      <dgm:spPr/>
    </dgm:pt>
    <dgm:pt modelId="{F3E64AA6-6E65-4389-9874-64BD139D0DC4}" type="pres">
      <dgm:prSet presAssocID="{012997B8-968B-4C35-9E55-99E401CA956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IN"/>
        </a:p>
      </dgm:t>
    </dgm:pt>
    <dgm:pt modelId="{C866230D-E273-474E-8A55-C45B65D94012}" type="pres">
      <dgm:prSet presAssocID="{896F48E7-3463-45CB-BF1C-D94B151E4D4A}" presName="hierRoot1" presStyleCnt="0">
        <dgm:presLayoutVars>
          <dgm:hierBranch val="init"/>
        </dgm:presLayoutVars>
      </dgm:prSet>
      <dgm:spPr/>
    </dgm:pt>
    <dgm:pt modelId="{AA40FC65-1123-4860-86CB-A0FEC880C171}" type="pres">
      <dgm:prSet presAssocID="{896F48E7-3463-45CB-BF1C-D94B151E4D4A}" presName="rootComposite1" presStyleCnt="0"/>
      <dgm:spPr/>
    </dgm:pt>
    <dgm:pt modelId="{13EEF7B5-2813-4752-B731-9B4FA58BC202}" type="pres">
      <dgm:prSet presAssocID="{896F48E7-3463-45CB-BF1C-D94B151E4D4A}" presName="rootText1" presStyleLbl="node0" presStyleIdx="0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23194CE5-2558-4502-B50A-6C2E62C40E9E}" type="pres">
      <dgm:prSet presAssocID="{896F48E7-3463-45CB-BF1C-D94B151E4D4A}" presName="rootConnector1" presStyleLbl="node1" presStyleIdx="0" presStyleCnt="0"/>
      <dgm:spPr/>
      <dgm:t>
        <a:bodyPr/>
        <a:lstStyle/>
        <a:p>
          <a:endParaRPr lang="en-IN"/>
        </a:p>
      </dgm:t>
    </dgm:pt>
    <dgm:pt modelId="{E58CC46A-E553-46D0-BDC0-1F804F42C18F}" type="pres">
      <dgm:prSet presAssocID="{896F48E7-3463-45CB-BF1C-D94B151E4D4A}" presName="hierChild2" presStyleCnt="0"/>
      <dgm:spPr/>
    </dgm:pt>
    <dgm:pt modelId="{8FF08C6F-4C7F-4024-B25C-1A9D3DC1606B}" type="pres">
      <dgm:prSet presAssocID="{896F48E7-3463-45CB-BF1C-D94B151E4D4A}" presName="hierChild3" presStyleCnt="0"/>
      <dgm:spPr/>
    </dgm:pt>
    <dgm:pt modelId="{BBA9DD51-D9E9-4E34-80D7-768B65D9DFF8}" type="pres">
      <dgm:prSet presAssocID="{F667E6E0-E746-40AA-870D-3A6FD6EF0380}" presName="hierRoot1" presStyleCnt="0">
        <dgm:presLayoutVars>
          <dgm:hierBranch val="init"/>
        </dgm:presLayoutVars>
      </dgm:prSet>
      <dgm:spPr/>
    </dgm:pt>
    <dgm:pt modelId="{4946EBC2-3EA6-4439-A718-D00CB717622F}" type="pres">
      <dgm:prSet presAssocID="{F667E6E0-E746-40AA-870D-3A6FD6EF0380}" presName="rootComposite1" presStyleCnt="0"/>
      <dgm:spPr/>
    </dgm:pt>
    <dgm:pt modelId="{B259170D-E6BA-4FFA-A1AC-C682999987E4}" type="pres">
      <dgm:prSet presAssocID="{F667E6E0-E746-40AA-870D-3A6FD6EF0380}" presName="rootText1" presStyleLbl="node0" presStyleIdx="1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D79A96D8-7AB1-4F56-86FF-C23A58EC817B}" type="pres">
      <dgm:prSet presAssocID="{F667E6E0-E746-40AA-870D-3A6FD6EF0380}" presName="rootConnector1" presStyleLbl="node1" presStyleIdx="0" presStyleCnt="0"/>
      <dgm:spPr/>
      <dgm:t>
        <a:bodyPr/>
        <a:lstStyle/>
        <a:p>
          <a:endParaRPr lang="en-IN"/>
        </a:p>
      </dgm:t>
    </dgm:pt>
    <dgm:pt modelId="{ACF89F44-EC30-43EE-9969-FB8039785C4D}" type="pres">
      <dgm:prSet presAssocID="{F667E6E0-E746-40AA-870D-3A6FD6EF0380}" presName="hierChild2" presStyleCnt="0"/>
      <dgm:spPr/>
    </dgm:pt>
    <dgm:pt modelId="{C44162F0-F1EC-4FF6-A462-6ED9D389871A}" type="pres">
      <dgm:prSet presAssocID="{F667E6E0-E746-40AA-870D-3A6FD6EF0380}" presName="hierChild3" presStyleCnt="0"/>
      <dgm:spPr/>
    </dgm:pt>
    <dgm:pt modelId="{880BC322-DE85-4992-A374-7C75C691E408}" type="pres">
      <dgm:prSet presAssocID="{B0BEB019-9CE7-41CF-A794-66C59F5D4815}" presName="hierRoot1" presStyleCnt="0">
        <dgm:presLayoutVars>
          <dgm:hierBranch val="init"/>
        </dgm:presLayoutVars>
      </dgm:prSet>
      <dgm:spPr/>
    </dgm:pt>
    <dgm:pt modelId="{90D5A925-39F4-41C2-B1D6-A29211CF14C3}" type="pres">
      <dgm:prSet presAssocID="{B0BEB019-9CE7-41CF-A794-66C59F5D4815}" presName="rootComposite1" presStyleCnt="0"/>
      <dgm:spPr/>
    </dgm:pt>
    <dgm:pt modelId="{BFE9A383-3547-40A6-A9BF-A0920F5CA675}" type="pres">
      <dgm:prSet presAssocID="{B0BEB019-9CE7-41CF-A794-66C59F5D4815}" presName="rootText1" presStyleLbl="node0" presStyleIdx="2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FF2BC5DC-A6EC-4973-8717-9F6EDD726352}" type="pres">
      <dgm:prSet presAssocID="{B0BEB019-9CE7-41CF-A794-66C59F5D4815}" presName="rootConnector1" presStyleLbl="node1" presStyleIdx="0" presStyleCnt="0"/>
      <dgm:spPr/>
      <dgm:t>
        <a:bodyPr/>
        <a:lstStyle/>
        <a:p>
          <a:endParaRPr lang="en-IN"/>
        </a:p>
      </dgm:t>
    </dgm:pt>
    <dgm:pt modelId="{122F985A-7861-4C2C-AECC-EB7E829FEE6D}" type="pres">
      <dgm:prSet presAssocID="{B0BEB019-9CE7-41CF-A794-66C59F5D4815}" presName="hierChild2" presStyleCnt="0"/>
      <dgm:spPr/>
    </dgm:pt>
    <dgm:pt modelId="{F773D825-BD1C-4074-8CB4-2071D7F79C75}" type="pres">
      <dgm:prSet presAssocID="{B0BEB019-9CE7-41CF-A794-66C59F5D4815}" presName="hierChild3" presStyleCnt="0"/>
      <dgm:spPr/>
    </dgm:pt>
    <dgm:pt modelId="{5A3305AA-9034-4137-A055-03125D8F9FD3}" type="pres">
      <dgm:prSet presAssocID="{57C5A076-9B07-40E9-BD48-4C74A7224445}" presName="hierRoot1" presStyleCnt="0">
        <dgm:presLayoutVars>
          <dgm:hierBranch val="init"/>
        </dgm:presLayoutVars>
      </dgm:prSet>
      <dgm:spPr/>
    </dgm:pt>
    <dgm:pt modelId="{CC1DE5FD-5F5F-4488-B3A5-C633B888D45E}" type="pres">
      <dgm:prSet presAssocID="{57C5A076-9B07-40E9-BD48-4C74A7224445}" presName="rootComposite1" presStyleCnt="0"/>
      <dgm:spPr/>
    </dgm:pt>
    <dgm:pt modelId="{EA13AA41-0A63-4C0E-8E4D-1F964340CA77}" type="pres">
      <dgm:prSet presAssocID="{57C5A076-9B07-40E9-BD48-4C74A7224445}" presName="rootText1" presStyleLbl="node0" presStyleIdx="3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0C4B3C23-A9EA-4CCA-97B3-343BDFCB8A6A}" type="pres">
      <dgm:prSet presAssocID="{57C5A076-9B07-40E9-BD48-4C74A7224445}" presName="rootConnector1" presStyleLbl="node1" presStyleIdx="0" presStyleCnt="0"/>
      <dgm:spPr/>
      <dgm:t>
        <a:bodyPr/>
        <a:lstStyle/>
        <a:p>
          <a:endParaRPr lang="en-IN"/>
        </a:p>
      </dgm:t>
    </dgm:pt>
    <dgm:pt modelId="{0C99B4F1-4297-4955-BA32-82AC72227DA4}" type="pres">
      <dgm:prSet presAssocID="{57C5A076-9B07-40E9-BD48-4C74A7224445}" presName="hierChild2" presStyleCnt="0"/>
      <dgm:spPr/>
    </dgm:pt>
    <dgm:pt modelId="{C5D9D1D9-1E3B-4E82-8833-A0400B3C0A21}" type="pres">
      <dgm:prSet presAssocID="{57C5A076-9B07-40E9-BD48-4C74A7224445}" presName="hierChild3" presStyleCnt="0"/>
      <dgm:spPr/>
    </dgm:pt>
    <dgm:pt modelId="{323E8722-34DF-41DC-B31C-576C9CA495CE}" type="pres">
      <dgm:prSet presAssocID="{3FD03DFD-B05F-48A0-8E4B-32C229490D31}" presName="hierRoot1" presStyleCnt="0">
        <dgm:presLayoutVars>
          <dgm:hierBranch val="init"/>
        </dgm:presLayoutVars>
      </dgm:prSet>
      <dgm:spPr/>
    </dgm:pt>
    <dgm:pt modelId="{176285EA-0BAD-4845-87C7-86F558A25079}" type="pres">
      <dgm:prSet presAssocID="{3FD03DFD-B05F-48A0-8E4B-32C229490D31}" presName="rootComposite1" presStyleCnt="0"/>
      <dgm:spPr/>
    </dgm:pt>
    <dgm:pt modelId="{C7D38811-F49A-4232-B24F-9C45350FEBE0}" type="pres">
      <dgm:prSet presAssocID="{3FD03DFD-B05F-48A0-8E4B-32C229490D31}" presName="rootText1" presStyleLbl="node0" presStyleIdx="4" presStyleCnt="5">
        <dgm:presLayoutVars>
          <dgm:chPref val="3"/>
        </dgm:presLayoutVars>
      </dgm:prSet>
      <dgm:spPr/>
      <dgm:t>
        <a:bodyPr/>
        <a:lstStyle/>
        <a:p>
          <a:endParaRPr lang="en-IN"/>
        </a:p>
      </dgm:t>
    </dgm:pt>
    <dgm:pt modelId="{C613808F-2CD5-4484-A75E-1F49166E1C09}" type="pres">
      <dgm:prSet presAssocID="{3FD03DFD-B05F-48A0-8E4B-32C229490D31}" presName="rootConnector1" presStyleLbl="node1" presStyleIdx="0" presStyleCnt="0"/>
      <dgm:spPr/>
      <dgm:t>
        <a:bodyPr/>
        <a:lstStyle/>
        <a:p>
          <a:endParaRPr lang="en-IN"/>
        </a:p>
      </dgm:t>
    </dgm:pt>
    <dgm:pt modelId="{82C37D9E-CA2D-4263-A239-6AE8F2BF5312}" type="pres">
      <dgm:prSet presAssocID="{3FD03DFD-B05F-48A0-8E4B-32C229490D31}" presName="hierChild2" presStyleCnt="0"/>
      <dgm:spPr/>
    </dgm:pt>
    <dgm:pt modelId="{EF4665B4-B793-4E4D-B314-FFBFCAC5F8C9}" type="pres">
      <dgm:prSet presAssocID="{3FD03DFD-B05F-48A0-8E4B-32C229490D31}" presName="hierChild3" presStyleCnt="0"/>
      <dgm:spPr/>
    </dgm:pt>
  </dgm:ptLst>
  <dgm:cxnLst>
    <dgm:cxn modelId="{F13C581B-5C97-4846-B7B8-9B457513DAD5}" type="presOf" srcId="{3FD03DFD-B05F-48A0-8E4B-32C229490D31}" destId="{C613808F-2CD5-4484-A75E-1F49166E1C09}" srcOrd="1" destOrd="0" presId="urn:microsoft.com/office/officeart/2005/8/layout/orgChart1"/>
    <dgm:cxn modelId="{0C0588C5-174B-482D-9362-7D28F8D97121}" srcId="{012997B8-968B-4C35-9E55-99E401CA956D}" destId="{3FD03DFD-B05F-48A0-8E4B-32C229490D31}" srcOrd="4" destOrd="0" parTransId="{E7EFB7D6-23C5-47DA-902C-D1D4C6CBA6C9}" sibTransId="{68164C9A-5126-4942-8266-2C3ADEE66ED2}"/>
    <dgm:cxn modelId="{B140DDDA-C433-4001-B409-751C6A3121A0}" type="presOf" srcId="{012997B8-968B-4C35-9E55-99E401CA956D}" destId="{F3E64AA6-6E65-4389-9874-64BD139D0DC4}" srcOrd="0" destOrd="0" presId="urn:microsoft.com/office/officeart/2005/8/layout/orgChart1"/>
    <dgm:cxn modelId="{591DAF68-3171-48F2-861B-9ACBE569760D}" type="presOf" srcId="{3FD03DFD-B05F-48A0-8E4B-32C229490D31}" destId="{C7D38811-F49A-4232-B24F-9C45350FEBE0}" srcOrd="0" destOrd="0" presId="urn:microsoft.com/office/officeart/2005/8/layout/orgChart1"/>
    <dgm:cxn modelId="{D0710911-B663-4090-AA53-20A71D0EE6EA}" type="presOf" srcId="{57C5A076-9B07-40E9-BD48-4C74A7224445}" destId="{0C4B3C23-A9EA-4CCA-97B3-343BDFCB8A6A}" srcOrd="1" destOrd="0" presId="urn:microsoft.com/office/officeart/2005/8/layout/orgChart1"/>
    <dgm:cxn modelId="{C63B86D7-7B9D-4BEE-B702-1EDD845F501A}" srcId="{012997B8-968B-4C35-9E55-99E401CA956D}" destId="{57C5A076-9B07-40E9-BD48-4C74A7224445}" srcOrd="3" destOrd="0" parTransId="{C7A8F5A9-B87F-4E5F-BE1D-82D58D13CE4A}" sibTransId="{97FD27FE-695E-4D42-9B32-0658A846EC25}"/>
    <dgm:cxn modelId="{AD8A0324-EA13-4DAE-946E-FCD2D3EAAEC2}" srcId="{012997B8-968B-4C35-9E55-99E401CA956D}" destId="{F667E6E0-E746-40AA-870D-3A6FD6EF0380}" srcOrd="1" destOrd="0" parTransId="{8737E0DF-CF42-4554-8DF2-4FDA64A269B1}" sibTransId="{E2C2B539-D84D-498D-8B09-5165E5E47D99}"/>
    <dgm:cxn modelId="{F9963B94-C939-4F7E-8BA9-D0FC67B6856E}" type="presOf" srcId="{896F48E7-3463-45CB-BF1C-D94B151E4D4A}" destId="{13EEF7B5-2813-4752-B731-9B4FA58BC202}" srcOrd="0" destOrd="0" presId="urn:microsoft.com/office/officeart/2005/8/layout/orgChart1"/>
    <dgm:cxn modelId="{25FD694B-83AD-4E2F-8277-5455A96BCF81}" type="presOf" srcId="{B0BEB019-9CE7-41CF-A794-66C59F5D4815}" destId="{BFE9A383-3547-40A6-A9BF-A0920F5CA675}" srcOrd="0" destOrd="0" presId="urn:microsoft.com/office/officeart/2005/8/layout/orgChart1"/>
    <dgm:cxn modelId="{8798D354-37A2-4B0A-B24F-35203B8138C7}" srcId="{012997B8-968B-4C35-9E55-99E401CA956D}" destId="{896F48E7-3463-45CB-BF1C-D94B151E4D4A}" srcOrd="0" destOrd="0" parTransId="{1F943663-B941-4338-921F-FC9F5D8E4776}" sibTransId="{A08D2767-27AE-4284-B7C4-004C33FE3238}"/>
    <dgm:cxn modelId="{4FE14113-8C10-47B8-9DD5-94EE7825DADC}" type="presOf" srcId="{896F48E7-3463-45CB-BF1C-D94B151E4D4A}" destId="{23194CE5-2558-4502-B50A-6C2E62C40E9E}" srcOrd="1" destOrd="0" presId="urn:microsoft.com/office/officeart/2005/8/layout/orgChart1"/>
    <dgm:cxn modelId="{AE482D11-2F4E-4ED4-97C4-4FA5F1D1B1B8}" type="presOf" srcId="{B0BEB019-9CE7-41CF-A794-66C59F5D4815}" destId="{FF2BC5DC-A6EC-4973-8717-9F6EDD726352}" srcOrd="1" destOrd="0" presId="urn:microsoft.com/office/officeart/2005/8/layout/orgChart1"/>
    <dgm:cxn modelId="{54F814B0-2E74-45EE-811C-34759835C375}" srcId="{012997B8-968B-4C35-9E55-99E401CA956D}" destId="{B0BEB019-9CE7-41CF-A794-66C59F5D4815}" srcOrd="2" destOrd="0" parTransId="{12CB5B43-D72F-4A86-8292-60B9C57E7157}" sibTransId="{641D75F1-49AC-4BEB-ADE0-E6663DB850F6}"/>
    <dgm:cxn modelId="{B31F701A-58FD-4F25-8FA9-84D4F14ADE2D}" type="presOf" srcId="{F667E6E0-E746-40AA-870D-3A6FD6EF0380}" destId="{B259170D-E6BA-4FFA-A1AC-C682999987E4}" srcOrd="0" destOrd="0" presId="urn:microsoft.com/office/officeart/2005/8/layout/orgChart1"/>
    <dgm:cxn modelId="{5F9F14A4-29D7-4CDB-BC98-3D347B6E0457}" type="presOf" srcId="{F667E6E0-E746-40AA-870D-3A6FD6EF0380}" destId="{D79A96D8-7AB1-4F56-86FF-C23A58EC817B}" srcOrd="1" destOrd="0" presId="urn:microsoft.com/office/officeart/2005/8/layout/orgChart1"/>
    <dgm:cxn modelId="{531869F7-39E1-405F-BAE3-2E382B217B59}" type="presOf" srcId="{57C5A076-9B07-40E9-BD48-4C74A7224445}" destId="{EA13AA41-0A63-4C0E-8E4D-1F964340CA77}" srcOrd="0" destOrd="0" presId="urn:microsoft.com/office/officeart/2005/8/layout/orgChart1"/>
    <dgm:cxn modelId="{F8CC922C-27B0-4C3B-B03F-0646ED7FA81C}" type="presParOf" srcId="{F3E64AA6-6E65-4389-9874-64BD139D0DC4}" destId="{C866230D-E273-474E-8A55-C45B65D94012}" srcOrd="0" destOrd="0" presId="urn:microsoft.com/office/officeart/2005/8/layout/orgChart1"/>
    <dgm:cxn modelId="{BBD6D4B2-AE3E-4F8E-A369-E179F3885204}" type="presParOf" srcId="{C866230D-E273-474E-8A55-C45B65D94012}" destId="{AA40FC65-1123-4860-86CB-A0FEC880C171}" srcOrd="0" destOrd="0" presId="urn:microsoft.com/office/officeart/2005/8/layout/orgChart1"/>
    <dgm:cxn modelId="{B74A2528-0D2E-480E-81AD-2D89D0C88C6B}" type="presParOf" srcId="{AA40FC65-1123-4860-86CB-A0FEC880C171}" destId="{13EEF7B5-2813-4752-B731-9B4FA58BC202}" srcOrd="0" destOrd="0" presId="urn:microsoft.com/office/officeart/2005/8/layout/orgChart1"/>
    <dgm:cxn modelId="{28FDB8EE-B740-4A2D-B9DB-01699BDE2190}" type="presParOf" srcId="{AA40FC65-1123-4860-86CB-A0FEC880C171}" destId="{23194CE5-2558-4502-B50A-6C2E62C40E9E}" srcOrd="1" destOrd="0" presId="urn:microsoft.com/office/officeart/2005/8/layout/orgChart1"/>
    <dgm:cxn modelId="{DF1C5F01-3187-4993-833B-1AB698688B8E}" type="presParOf" srcId="{C866230D-E273-474E-8A55-C45B65D94012}" destId="{E58CC46A-E553-46D0-BDC0-1F804F42C18F}" srcOrd="1" destOrd="0" presId="urn:microsoft.com/office/officeart/2005/8/layout/orgChart1"/>
    <dgm:cxn modelId="{D82FB29C-F7AC-4938-86BE-01A7421FB9B0}" type="presParOf" srcId="{C866230D-E273-474E-8A55-C45B65D94012}" destId="{8FF08C6F-4C7F-4024-B25C-1A9D3DC1606B}" srcOrd="2" destOrd="0" presId="urn:microsoft.com/office/officeart/2005/8/layout/orgChart1"/>
    <dgm:cxn modelId="{58280250-2DC2-4729-9D97-90A033E2FE28}" type="presParOf" srcId="{F3E64AA6-6E65-4389-9874-64BD139D0DC4}" destId="{BBA9DD51-D9E9-4E34-80D7-768B65D9DFF8}" srcOrd="1" destOrd="0" presId="urn:microsoft.com/office/officeart/2005/8/layout/orgChart1"/>
    <dgm:cxn modelId="{11A122E2-3396-4ED7-BD00-657408C6F107}" type="presParOf" srcId="{BBA9DD51-D9E9-4E34-80D7-768B65D9DFF8}" destId="{4946EBC2-3EA6-4439-A718-D00CB717622F}" srcOrd="0" destOrd="0" presId="urn:microsoft.com/office/officeart/2005/8/layout/orgChart1"/>
    <dgm:cxn modelId="{5CB0B058-AE76-4B31-BD9D-18B1BE567863}" type="presParOf" srcId="{4946EBC2-3EA6-4439-A718-D00CB717622F}" destId="{B259170D-E6BA-4FFA-A1AC-C682999987E4}" srcOrd="0" destOrd="0" presId="urn:microsoft.com/office/officeart/2005/8/layout/orgChart1"/>
    <dgm:cxn modelId="{DD514C3C-EFD2-4857-850D-67EEEDF11AEA}" type="presParOf" srcId="{4946EBC2-3EA6-4439-A718-D00CB717622F}" destId="{D79A96D8-7AB1-4F56-86FF-C23A58EC817B}" srcOrd="1" destOrd="0" presId="urn:microsoft.com/office/officeart/2005/8/layout/orgChart1"/>
    <dgm:cxn modelId="{20016FA0-4465-4C9D-9CF0-B61DBF7281AE}" type="presParOf" srcId="{BBA9DD51-D9E9-4E34-80D7-768B65D9DFF8}" destId="{ACF89F44-EC30-43EE-9969-FB8039785C4D}" srcOrd="1" destOrd="0" presId="urn:microsoft.com/office/officeart/2005/8/layout/orgChart1"/>
    <dgm:cxn modelId="{4F17224E-83FA-4937-B9D7-C593F3C262D1}" type="presParOf" srcId="{BBA9DD51-D9E9-4E34-80D7-768B65D9DFF8}" destId="{C44162F0-F1EC-4FF6-A462-6ED9D389871A}" srcOrd="2" destOrd="0" presId="urn:microsoft.com/office/officeart/2005/8/layout/orgChart1"/>
    <dgm:cxn modelId="{84EC5254-E6F3-4BE5-B013-4E11A8BAB034}" type="presParOf" srcId="{F3E64AA6-6E65-4389-9874-64BD139D0DC4}" destId="{880BC322-DE85-4992-A374-7C75C691E408}" srcOrd="2" destOrd="0" presId="urn:microsoft.com/office/officeart/2005/8/layout/orgChart1"/>
    <dgm:cxn modelId="{08B7051F-5B57-4C4B-9B8E-CF9895071EF6}" type="presParOf" srcId="{880BC322-DE85-4992-A374-7C75C691E408}" destId="{90D5A925-39F4-41C2-B1D6-A29211CF14C3}" srcOrd="0" destOrd="0" presId="urn:microsoft.com/office/officeart/2005/8/layout/orgChart1"/>
    <dgm:cxn modelId="{F63F76D2-5EFA-4931-8B6E-286C427226D9}" type="presParOf" srcId="{90D5A925-39F4-41C2-B1D6-A29211CF14C3}" destId="{BFE9A383-3547-40A6-A9BF-A0920F5CA675}" srcOrd="0" destOrd="0" presId="urn:microsoft.com/office/officeart/2005/8/layout/orgChart1"/>
    <dgm:cxn modelId="{D6C6D57A-DD74-4641-89BE-97C39B0E18ED}" type="presParOf" srcId="{90D5A925-39F4-41C2-B1D6-A29211CF14C3}" destId="{FF2BC5DC-A6EC-4973-8717-9F6EDD726352}" srcOrd="1" destOrd="0" presId="urn:microsoft.com/office/officeart/2005/8/layout/orgChart1"/>
    <dgm:cxn modelId="{D4283C90-A1D2-43EE-B4C2-B40B121DB0B1}" type="presParOf" srcId="{880BC322-DE85-4992-A374-7C75C691E408}" destId="{122F985A-7861-4C2C-AECC-EB7E829FEE6D}" srcOrd="1" destOrd="0" presId="urn:microsoft.com/office/officeart/2005/8/layout/orgChart1"/>
    <dgm:cxn modelId="{FF1ABE8C-9521-4B34-8904-A165046CFF44}" type="presParOf" srcId="{880BC322-DE85-4992-A374-7C75C691E408}" destId="{F773D825-BD1C-4074-8CB4-2071D7F79C75}" srcOrd="2" destOrd="0" presId="urn:microsoft.com/office/officeart/2005/8/layout/orgChart1"/>
    <dgm:cxn modelId="{5F6EDAD2-F39A-42F1-B2D8-52BF4BA7158F}" type="presParOf" srcId="{F3E64AA6-6E65-4389-9874-64BD139D0DC4}" destId="{5A3305AA-9034-4137-A055-03125D8F9FD3}" srcOrd="3" destOrd="0" presId="urn:microsoft.com/office/officeart/2005/8/layout/orgChart1"/>
    <dgm:cxn modelId="{8D92EB1F-2708-481E-B9A1-B2C4C2FEB233}" type="presParOf" srcId="{5A3305AA-9034-4137-A055-03125D8F9FD3}" destId="{CC1DE5FD-5F5F-4488-B3A5-C633B888D45E}" srcOrd="0" destOrd="0" presId="urn:microsoft.com/office/officeart/2005/8/layout/orgChart1"/>
    <dgm:cxn modelId="{79FB4757-844F-424C-9BDD-60E77FF3EAA3}" type="presParOf" srcId="{CC1DE5FD-5F5F-4488-B3A5-C633B888D45E}" destId="{EA13AA41-0A63-4C0E-8E4D-1F964340CA77}" srcOrd="0" destOrd="0" presId="urn:microsoft.com/office/officeart/2005/8/layout/orgChart1"/>
    <dgm:cxn modelId="{E731E0DF-1A13-437E-BD9D-77FFAC6D4CC5}" type="presParOf" srcId="{CC1DE5FD-5F5F-4488-B3A5-C633B888D45E}" destId="{0C4B3C23-A9EA-4CCA-97B3-343BDFCB8A6A}" srcOrd="1" destOrd="0" presId="urn:microsoft.com/office/officeart/2005/8/layout/orgChart1"/>
    <dgm:cxn modelId="{B9FBFAF7-561B-4CE7-A2AA-AC615779E071}" type="presParOf" srcId="{5A3305AA-9034-4137-A055-03125D8F9FD3}" destId="{0C99B4F1-4297-4955-BA32-82AC72227DA4}" srcOrd="1" destOrd="0" presId="urn:microsoft.com/office/officeart/2005/8/layout/orgChart1"/>
    <dgm:cxn modelId="{48577BF3-22FF-4D4C-9EE4-5A50CFB9A1AD}" type="presParOf" srcId="{5A3305AA-9034-4137-A055-03125D8F9FD3}" destId="{C5D9D1D9-1E3B-4E82-8833-A0400B3C0A21}" srcOrd="2" destOrd="0" presId="urn:microsoft.com/office/officeart/2005/8/layout/orgChart1"/>
    <dgm:cxn modelId="{9835527C-573F-48D3-B2DE-AE306C7D58F0}" type="presParOf" srcId="{F3E64AA6-6E65-4389-9874-64BD139D0DC4}" destId="{323E8722-34DF-41DC-B31C-576C9CA495CE}" srcOrd="4" destOrd="0" presId="urn:microsoft.com/office/officeart/2005/8/layout/orgChart1"/>
    <dgm:cxn modelId="{BD380602-E998-4947-93FF-4FD17220F57F}" type="presParOf" srcId="{323E8722-34DF-41DC-B31C-576C9CA495CE}" destId="{176285EA-0BAD-4845-87C7-86F558A25079}" srcOrd="0" destOrd="0" presId="urn:microsoft.com/office/officeart/2005/8/layout/orgChart1"/>
    <dgm:cxn modelId="{D07D5D8D-FFAA-493D-8AE4-7A93B958992E}" type="presParOf" srcId="{176285EA-0BAD-4845-87C7-86F558A25079}" destId="{C7D38811-F49A-4232-B24F-9C45350FEBE0}" srcOrd="0" destOrd="0" presId="urn:microsoft.com/office/officeart/2005/8/layout/orgChart1"/>
    <dgm:cxn modelId="{474B8376-4FE7-4B20-96BB-D0599A8900E8}" type="presParOf" srcId="{176285EA-0BAD-4845-87C7-86F558A25079}" destId="{C613808F-2CD5-4484-A75E-1F49166E1C09}" srcOrd="1" destOrd="0" presId="urn:microsoft.com/office/officeart/2005/8/layout/orgChart1"/>
    <dgm:cxn modelId="{2CBCC278-E720-4D00-9EA1-4EAF18FD7F39}" type="presParOf" srcId="{323E8722-34DF-41DC-B31C-576C9CA495CE}" destId="{82C37D9E-CA2D-4263-A239-6AE8F2BF5312}" srcOrd="1" destOrd="0" presId="urn:microsoft.com/office/officeart/2005/8/layout/orgChart1"/>
    <dgm:cxn modelId="{6578FE23-520C-4D71-9D55-733D33B67509}" type="presParOf" srcId="{323E8722-34DF-41DC-B31C-576C9CA495CE}" destId="{EF4665B4-B793-4E4D-B314-FFBFCAC5F8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0413AA-0E4F-487F-920F-D5BEC05A4BCE}">
      <dsp:nvSpPr>
        <dsp:cNvPr id="0" name=""/>
        <dsp:cNvSpPr/>
      </dsp:nvSpPr>
      <dsp:spPr>
        <a:xfrm rot="5400000">
          <a:off x="4959619" y="-1835425"/>
          <a:ext cx="12730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smtClean="0"/>
            <a:t>AI that is good at performing a single task, such as playing chess or Go</a:t>
          </a:r>
          <a:endParaRPr lang="en-IN" sz="2000" kern="1200" dirty="0"/>
        </a:p>
      </dsp:txBody>
      <dsp:txXfrm rot="-5400000">
        <a:off x="2962655" y="223683"/>
        <a:ext cx="5204800" cy="1148728"/>
      </dsp:txXfrm>
    </dsp:sp>
    <dsp:sp modelId="{F23929EA-6BC0-452E-AA33-D78731C2F307}">
      <dsp:nvSpPr>
        <dsp:cNvPr id="0" name=""/>
        <dsp:cNvSpPr/>
      </dsp:nvSpPr>
      <dsp:spPr>
        <a:xfrm>
          <a:off x="0" y="2411"/>
          <a:ext cx="2962656" cy="1591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6500" kern="1200" dirty="0" smtClean="0"/>
            <a:t>ANI</a:t>
          </a:r>
          <a:endParaRPr lang="en-IN" sz="6500" kern="1200" dirty="0"/>
        </a:p>
      </dsp:txBody>
      <dsp:txXfrm>
        <a:off x="77679" y="80090"/>
        <a:ext cx="2807298" cy="1435912"/>
      </dsp:txXfrm>
    </dsp:sp>
    <dsp:sp modelId="{261B62F6-3BB3-4298-9D9F-139DBD65F380}">
      <dsp:nvSpPr>
        <dsp:cNvPr id="0" name=""/>
        <dsp:cNvSpPr/>
      </dsp:nvSpPr>
      <dsp:spPr>
        <a:xfrm rot="5400000">
          <a:off x="4959619" y="-164592"/>
          <a:ext cx="12730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smtClean="0"/>
            <a:t>Artificial Intelligence that can understand and reason its environment as a human would</a:t>
          </a:r>
          <a:endParaRPr lang="en-IN" sz="2000" kern="1200" dirty="0"/>
        </a:p>
      </dsp:txBody>
      <dsp:txXfrm rot="-5400000">
        <a:off x="2962655" y="1894516"/>
        <a:ext cx="5204800" cy="1148728"/>
      </dsp:txXfrm>
    </dsp:sp>
    <dsp:sp modelId="{6FE3AE15-2B07-4F8C-AE76-DF22FA5A4583}">
      <dsp:nvSpPr>
        <dsp:cNvPr id="0" name=""/>
        <dsp:cNvSpPr/>
      </dsp:nvSpPr>
      <dsp:spPr>
        <a:xfrm>
          <a:off x="0" y="1673244"/>
          <a:ext cx="2962656" cy="1591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6500" kern="1200" dirty="0" smtClean="0"/>
            <a:t>AGI</a:t>
          </a:r>
          <a:endParaRPr lang="en-IN" sz="6500" kern="1200" dirty="0"/>
        </a:p>
      </dsp:txBody>
      <dsp:txXfrm>
        <a:off x="77679" y="1750923"/>
        <a:ext cx="2807298" cy="1435912"/>
      </dsp:txXfrm>
    </dsp:sp>
    <dsp:sp modelId="{0F65A582-9BE7-4A4B-AAC4-0FB112F3F1D0}">
      <dsp:nvSpPr>
        <dsp:cNvPr id="0" name=""/>
        <dsp:cNvSpPr/>
      </dsp:nvSpPr>
      <dsp:spPr>
        <a:xfrm rot="5400000">
          <a:off x="4959619" y="1506241"/>
          <a:ext cx="1273016" cy="526694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IN" sz="2000" kern="1200" dirty="0" smtClean="0"/>
            <a:t>AI becomes much smarter than the best human brains in practically every field, including scientific creativity, general wisdom and social skills</a:t>
          </a:r>
          <a:endParaRPr lang="en-IN" sz="2000" kern="1200" dirty="0"/>
        </a:p>
      </dsp:txBody>
      <dsp:txXfrm rot="-5400000">
        <a:off x="2962655" y="3565349"/>
        <a:ext cx="5204800" cy="1148728"/>
      </dsp:txXfrm>
    </dsp:sp>
    <dsp:sp modelId="{8D501A8E-3C6A-40E6-BBF3-47E0AA124E1C}">
      <dsp:nvSpPr>
        <dsp:cNvPr id="0" name=""/>
        <dsp:cNvSpPr/>
      </dsp:nvSpPr>
      <dsp:spPr>
        <a:xfrm>
          <a:off x="0" y="3344078"/>
          <a:ext cx="2962656" cy="1591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lvl="0" algn="ctr" defTabSz="2889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6500" kern="1200" dirty="0" smtClean="0"/>
            <a:t>ASI</a:t>
          </a:r>
          <a:endParaRPr lang="en-IN" sz="6500" kern="1200" dirty="0"/>
        </a:p>
      </dsp:txBody>
      <dsp:txXfrm>
        <a:off x="77679" y="3421757"/>
        <a:ext cx="2807298" cy="1435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DDC23B-4F43-4587-9414-8BADA5524528}">
      <dsp:nvSpPr>
        <dsp:cNvPr id="0" name=""/>
        <dsp:cNvSpPr/>
      </dsp:nvSpPr>
      <dsp:spPr>
        <a:xfrm>
          <a:off x="0" y="305540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8653A9-91DD-40F6-B88C-F4D5BB8D123D}">
      <dsp:nvSpPr>
        <dsp:cNvPr id="0" name=""/>
        <dsp:cNvSpPr/>
      </dsp:nvSpPr>
      <dsp:spPr>
        <a:xfrm>
          <a:off x="335280" y="128420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Machine Learning</a:t>
          </a:r>
          <a:endParaRPr lang="en-IN" sz="1200" kern="1200" dirty="0"/>
        </a:p>
      </dsp:txBody>
      <dsp:txXfrm>
        <a:off x="352573" y="145713"/>
        <a:ext cx="4659334" cy="319654"/>
      </dsp:txXfrm>
    </dsp:sp>
    <dsp:sp modelId="{0E3079AB-EB08-4C45-83F0-027C09DB4A4F}">
      <dsp:nvSpPr>
        <dsp:cNvPr id="0" name=""/>
        <dsp:cNvSpPr/>
      </dsp:nvSpPr>
      <dsp:spPr>
        <a:xfrm>
          <a:off x="0" y="849860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EF444-8D2C-4C6D-A979-17FE9FB85968}">
      <dsp:nvSpPr>
        <dsp:cNvPr id="0" name=""/>
        <dsp:cNvSpPr/>
      </dsp:nvSpPr>
      <dsp:spPr>
        <a:xfrm>
          <a:off x="335280" y="672740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Natural Language Processing</a:t>
          </a:r>
          <a:endParaRPr lang="en-IN" sz="1200" kern="1200" dirty="0"/>
        </a:p>
      </dsp:txBody>
      <dsp:txXfrm>
        <a:off x="352573" y="690033"/>
        <a:ext cx="4659334" cy="319654"/>
      </dsp:txXfrm>
    </dsp:sp>
    <dsp:sp modelId="{233D9D45-D26C-4347-B623-7313EA7889C8}">
      <dsp:nvSpPr>
        <dsp:cNvPr id="0" name=""/>
        <dsp:cNvSpPr/>
      </dsp:nvSpPr>
      <dsp:spPr>
        <a:xfrm>
          <a:off x="0" y="1394180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10B157-D5AF-41B4-A669-E975494761CC}">
      <dsp:nvSpPr>
        <dsp:cNvPr id="0" name=""/>
        <dsp:cNvSpPr/>
      </dsp:nvSpPr>
      <dsp:spPr>
        <a:xfrm>
          <a:off x="335280" y="1217060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Speech Processing</a:t>
          </a:r>
          <a:endParaRPr lang="en-IN" sz="1200" kern="1200" dirty="0"/>
        </a:p>
      </dsp:txBody>
      <dsp:txXfrm>
        <a:off x="352573" y="1234353"/>
        <a:ext cx="4659334" cy="319654"/>
      </dsp:txXfrm>
    </dsp:sp>
    <dsp:sp modelId="{838EADFD-34D1-4D7F-8E8C-F77AE82333D7}">
      <dsp:nvSpPr>
        <dsp:cNvPr id="0" name=""/>
        <dsp:cNvSpPr/>
      </dsp:nvSpPr>
      <dsp:spPr>
        <a:xfrm>
          <a:off x="0" y="1938499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260BFA-E29A-4A0F-8351-330E6EC64E55}">
      <dsp:nvSpPr>
        <dsp:cNvPr id="0" name=""/>
        <dsp:cNvSpPr/>
      </dsp:nvSpPr>
      <dsp:spPr>
        <a:xfrm>
          <a:off x="335280" y="1761380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Computer Vision</a:t>
          </a:r>
          <a:endParaRPr lang="en-IN" sz="1200" kern="1200" dirty="0"/>
        </a:p>
      </dsp:txBody>
      <dsp:txXfrm>
        <a:off x="352573" y="1778673"/>
        <a:ext cx="4659334" cy="319654"/>
      </dsp:txXfrm>
    </dsp:sp>
    <dsp:sp modelId="{9A2AFAF6-CC47-4014-AED7-63D119683F5A}">
      <dsp:nvSpPr>
        <dsp:cNvPr id="0" name=""/>
        <dsp:cNvSpPr/>
      </dsp:nvSpPr>
      <dsp:spPr>
        <a:xfrm>
          <a:off x="0" y="2482819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01AA49-8348-43B0-8AB8-48BFF9BA356E}">
      <dsp:nvSpPr>
        <dsp:cNvPr id="0" name=""/>
        <dsp:cNvSpPr/>
      </dsp:nvSpPr>
      <dsp:spPr>
        <a:xfrm>
          <a:off x="335280" y="2305699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Games</a:t>
          </a:r>
          <a:endParaRPr lang="en-IN" sz="1200" kern="1200" dirty="0"/>
        </a:p>
      </dsp:txBody>
      <dsp:txXfrm>
        <a:off x="352573" y="2322992"/>
        <a:ext cx="4659334" cy="319654"/>
      </dsp:txXfrm>
    </dsp:sp>
    <dsp:sp modelId="{3E30855A-C70C-40C8-93D1-C0DB4AC3D0FA}">
      <dsp:nvSpPr>
        <dsp:cNvPr id="0" name=""/>
        <dsp:cNvSpPr/>
      </dsp:nvSpPr>
      <dsp:spPr>
        <a:xfrm>
          <a:off x="0" y="3027139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DCE5D-F151-457A-AD12-FDDA7D2CC19B}">
      <dsp:nvSpPr>
        <dsp:cNvPr id="0" name=""/>
        <dsp:cNvSpPr/>
      </dsp:nvSpPr>
      <dsp:spPr>
        <a:xfrm>
          <a:off x="335280" y="2850019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Knowledge Representation</a:t>
          </a:r>
          <a:endParaRPr lang="en-IN" sz="1200" kern="1200" dirty="0"/>
        </a:p>
      </dsp:txBody>
      <dsp:txXfrm>
        <a:off x="352573" y="2867312"/>
        <a:ext cx="4659334" cy="319654"/>
      </dsp:txXfrm>
    </dsp:sp>
    <dsp:sp modelId="{AD46E720-C24D-4F95-A375-AA58FA4133CF}">
      <dsp:nvSpPr>
        <dsp:cNvPr id="0" name=""/>
        <dsp:cNvSpPr/>
      </dsp:nvSpPr>
      <dsp:spPr>
        <a:xfrm>
          <a:off x="0" y="3571460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B8B15F-81C0-4C82-B247-6B8FA5CD849E}">
      <dsp:nvSpPr>
        <dsp:cNvPr id="0" name=""/>
        <dsp:cNvSpPr/>
      </dsp:nvSpPr>
      <dsp:spPr>
        <a:xfrm>
          <a:off x="335280" y="3394340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dirty="0" smtClean="0"/>
            <a:t>Reasoning and Logic</a:t>
          </a:r>
          <a:endParaRPr lang="en-IN" sz="1200" kern="1200" dirty="0"/>
        </a:p>
      </dsp:txBody>
      <dsp:txXfrm>
        <a:off x="352573" y="3411633"/>
        <a:ext cx="4659334" cy="319654"/>
      </dsp:txXfrm>
    </dsp:sp>
    <dsp:sp modelId="{CD1C2076-6FE5-4ADC-90A6-E8C4FEB2D9EC}">
      <dsp:nvSpPr>
        <dsp:cNvPr id="0" name=""/>
        <dsp:cNvSpPr/>
      </dsp:nvSpPr>
      <dsp:spPr>
        <a:xfrm>
          <a:off x="0" y="4115780"/>
          <a:ext cx="67056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096A67-9BD3-4170-8DA5-210661A6CF36}">
      <dsp:nvSpPr>
        <dsp:cNvPr id="0" name=""/>
        <dsp:cNvSpPr/>
      </dsp:nvSpPr>
      <dsp:spPr>
        <a:xfrm>
          <a:off x="335280" y="3938660"/>
          <a:ext cx="469392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419" tIns="0" rIns="177419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200" kern="1200" smtClean="0"/>
            <a:t>Constraints and Optimization</a:t>
          </a:r>
          <a:endParaRPr lang="en-IN" sz="1200" kern="1200" dirty="0"/>
        </a:p>
      </dsp:txBody>
      <dsp:txXfrm>
        <a:off x="352573" y="3955953"/>
        <a:ext cx="4659334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7C5AB8-C558-49BA-878E-A817B41B31F3}">
      <dsp:nvSpPr>
        <dsp:cNvPr id="0" name=""/>
        <dsp:cNvSpPr/>
      </dsp:nvSpPr>
      <dsp:spPr>
        <a:xfrm>
          <a:off x="132556" y="0"/>
          <a:ext cx="7912100" cy="4945063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C8E152-5A3B-4BEB-B059-65EFAFF8FD8D}">
      <dsp:nvSpPr>
        <dsp:cNvPr id="0" name=""/>
        <dsp:cNvSpPr/>
      </dsp:nvSpPr>
      <dsp:spPr>
        <a:xfrm>
          <a:off x="911898" y="3677148"/>
          <a:ext cx="181978" cy="1819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C271F4-D999-40C2-939B-C5DB9906970F}">
      <dsp:nvSpPr>
        <dsp:cNvPr id="0" name=""/>
        <dsp:cNvSpPr/>
      </dsp:nvSpPr>
      <dsp:spPr>
        <a:xfrm>
          <a:off x="1002887" y="3768138"/>
          <a:ext cx="1352969" cy="1176924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427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Data</a:t>
          </a:r>
          <a:endParaRPr lang="en-IN" sz="2400" kern="1200" dirty="0"/>
        </a:p>
      </dsp:txBody>
      <dsp:txXfrm>
        <a:off x="1002887" y="3768138"/>
        <a:ext cx="1352969" cy="1176924"/>
      </dsp:txXfrm>
    </dsp:sp>
    <dsp:sp modelId="{92B10BA7-7894-4132-A0EA-51967AB0759A}">
      <dsp:nvSpPr>
        <dsp:cNvPr id="0" name=""/>
        <dsp:cNvSpPr/>
      </dsp:nvSpPr>
      <dsp:spPr>
        <a:xfrm>
          <a:off x="2197614" y="2526927"/>
          <a:ext cx="316484" cy="3164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A5A53A-17D6-4C66-8BD4-689370F5F2EB}">
      <dsp:nvSpPr>
        <dsp:cNvPr id="0" name=""/>
        <dsp:cNvSpPr/>
      </dsp:nvSpPr>
      <dsp:spPr>
        <a:xfrm>
          <a:off x="2355856" y="2685169"/>
          <a:ext cx="1661541" cy="2259893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98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Information</a:t>
          </a:r>
          <a:endParaRPr lang="en-IN" sz="2400" kern="1200" dirty="0"/>
        </a:p>
      </dsp:txBody>
      <dsp:txXfrm>
        <a:off x="2355856" y="2685169"/>
        <a:ext cx="1661541" cy="2259893"/>
      </dsp:txXfrm>
    </dsp:sp>
    <dsp:sp modelId="{E141FAD0-E67A-48C9-B9E2-E43E2A2B362E}">
      <dsp:nvSpPr>
        <dsp:cNvPr id="0" name=""/>
        <dsp:cNvSpPr/>
      </dsp:nvSpPr>
      <dsp:spPr>
        <a:xfrm>
          <a:off x="3839375" y="1679343"/>
          <a:ext cx="419341" cy="4193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D2AC86-54BE-4F0E-96B6-D661651013FB}">
      <dsp:nvSpPr>
        <dsp:cNvPr id="0" name=""/>
        <dsp:cNvSpPr/>
      </dsp:nvSpPr>
      <dsp:spPr>
        <a:xfrm>
          <a:off x="4049045" y="1889014"/>
          <a:ext cx="1661541" cy="3056048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200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Knowledge</a:t>
          </a:r>
          <a:endParaRPr lang="en-IN" sz="2400" kern="1200" dirty="0"/>
        </a:p>
      </dsp:txBody>
      <dsp:txXfrm>
        <a:off x="4049045" y="1889014"/>
        <a:ext cx="1661541" cy="3056048"/>
      </dsp:txXfrm>
    </dsp:sp>
    <dsp:sp modelId="{743B3C7E-FF7E-4CD7-B2DD-43A7FE7EA127}">
      <dsp:nvSpPr>
        <dsp:cNvPr id="0" name=""/>
        <dsp:cNvSpPr/>
      </dsp:nvSpPr>
      <dsp:spPr>
        <a:xfrm>
          <a:off x="5627510" y="1118573"/>
          <a:ext cx="561759" cy="56175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43000" dir="5400000" rotWithShape="0">
            <a:srgbClr val="000000">
              <a:alpha val="40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B3A390-D44C-4C01-BD56-1C0671AE6526}">
      <dsp:nvSpPr>
        <dsp:cNvPr id="0" name=""/>
        <dsp:cNvSpPr/>
      </dsp:nvSpPr>
      <dsp:spPr>
        <a:xfrm>
          <a:off x="5908389" y="1399452"/>
          <a:ext cx="1661541" cy="354561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7665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Wisdom</a:t>
          </a:r>
          <a:endParaRPr lang="en-IN" sz="2400" kern="1200" dirty="0"/>
        </a:p>
      </dsp:txBody>
      <dsp:txXfrm>
        <a:off x="5908389" y="1399452"/>
        <a:ext cx="1661541" cy="35456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C2BD76-CBAC-4C5D-80CA-B1F900309D10}">
      <dsp:nvSpPr>
        <dsp:cNvPr id="0" name=""/>
        <dsp:cNvSpPr/>
      </dsp:nvSpPr>
      <dsp:spPr>
        <a:xfrm>
          <a:off x="376396" y="0"/>
          <a:ext cx="7424420" cy="464026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7D858-5288-4544-94D4-982D77C855A6}">
      <dsp:nvSpPr>
        <dsp:cNvPr id="0" name=""/>
        <dsp:cNvSpPr/>
      </dsp:nvSpPr>
      <dsp:spPr>
        <a:xfrm>
          <a:off x="1107701" y="3450499"/>
          <a:ext cx="170761" cy="1707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3D648-771E-4518-8A18-3F2936C30083}">
      <dsp:nvSpPr>
        <dsp:cNvPr id="0" name=""/>
        <dsp:cNvSpPr/>
      </dsp:nvSpPr>
      <dsp:spPr>
        <a:xfrm>
          <a:off x="1193082" y="3535880"/>
          <a:ext cx="972599" cy="1104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483" tIns="0" rIns="0" bIns="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 smtClean="0"/>
            <a:t>Descriptive Analytics</a:t>
          </a:r>
          <a:endParaRPr lang="en-IN" sz="1500" kern="1200" dirty="0"/>
        </a:p>
      </dsp:txBody>
      <dsp:txXfrm>
        <a:off x="1193082" y="3535880"/>
        <a:ext cx="972599" cy="1104382"/>
      </dsp:txXfrm>
    </dsp:sp>
    <dsp:sp modelId="{691F423D-D88D-4834-80F0-489E3AC02792}">
      <dsp:nvSpPr>
        <dsp:cNvPr id="0" name=""/>
        <dsp:cNvSpPr/>
      </dsp:nvSpPr>
      <dsp:spPr>
        <a:xfrm>
          <a:off x="2032041" y="2562353"/>
          <a:ext cx="267279" cy="26727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18B25-6288-426E-870D-A7C13C33F0A0}">
      <dsp:nvSpPr>
        <dsp:cNvPr id="0" name=""/>
        <dsp:cNvSpPr/>
      </dsp:nvSpPr>
      <dsp:spPr>
        <a:xfrm>
          <a:off x="2165681" y="2695992"/>
          <a:ext cx="1232453" cy="1944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1626" tIns="0" rIns="0" bIns="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 smtClean="0"/>
            <a:t>Inferential Analytics</a:t>
          </a:r>
          <a:endParaRPr lang="en-IN" sz="1500" kern="1200" dirty="0"/>
        </a:p>
      </dsp:txBody>
      <dsp:txXfrm>
        <a:off x="2165681" y="2695992"/>
        <a:ext cx="1232453" cy="1944270"/>
      </dsp:txXfrm>
    </dsp:sp>
    <dsp:sp modelId="{E1C098E2-A51F-40A8-81A9-11C2080BA1C3}">
      <dsp:nvSpPr>
        <dsp:cNvPr id="0" name=""/>
        <dsp:cNvSpPr/>
      </dsp:nvSpPr>
      <dsp:spPr>
        <a:xfrm>
          <a:off x="3219949" y="1854249"/>
          <a:ext cx="356372" cy="35637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94DC9-6BF9-42A3-BDF8-83CBC40D9E90}">
      <dsp:nvSpPr>
        <dsp:cNvPr id="0" name=""/>
        <dsp:cNvSpPr/>
      </dsp:nvSpPr>
      <dsp:spPr>
        <a:xfrm>
          <a:off x="3398135" y="2032435"/>
          <a:ext cx="1432913" cy="26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834" tIns="0" rIns="0" bIns="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 smtClean="0"/>
            <a:t>Exploratory Analytics</a:t>
          </a:r>
          <a:endParaRPr lang="en-IN" sz="1500" kern="1200" dirty="0"/>
        </a:p>
      </dsp:txBody>
      <dsp:txXfrm>
        <a:off x="3398135" y="2032435"/>
        <a:ext cx="1432913" cy="2607827"/>
      </dsp:txXfrm>
    </dsp:sp>
    <dsp:sp modelId="{32BE6102-6524-4955-ACD5-5BD8830D652A}">
      <dsp:nvSpPr>
        <dsp:cNvPr id="0" name=""/>
        <dsp:cNvSpPr/>
      </dsp:nvSpPr>
      <dsp:spPr>
        <a:xfrm>
          <a:off x="4600891" y="1301129"/>
          <a:ext cx="460314" cy="4603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408749-5AEA-4AE7-ADE0-3C43AFF3A477}">
      <dsp:nvSpPr>
        <dsp:cNvPr id="0" name=""/>
        <dsp:cNvSpPr/>
      </dsp:nvSpPr>
      <dsp:spPr>
        <a:xfrm>
          <a:off x="4831048" y="1531286"/>
          <a:ext cx="1484884" cy="3108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3911" tIns="0" rIns="0" bIns="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smtClean="0"/>
            <a:t>Predictive </a:t>
          </a:r>
          <a:r>
            <a:rPr lang="en-IN" sz="1500" kern="1200" dirty="0" smtClean="0"/>
            <a:t>Analytics</a:t>
          </a:r>
          <a:endParaRPr lang="en-IN" sz="1500" kern="1200" dirty="0"/>
        </a:p>
      </dsp:txBody>
      <dsp:txXfrm>
        <a:off x="4831048" y="1531286"/>
        <a:ext cx="1484884" cy="3108976"/>
      </dsp:txXfrm>
    </dsp:sp>
    <dsp:sp modelId="{E56FBD0B-4F80-48D3-95F1-9C51166CC78F}">
      <dsp:nvSpPr>
        <dsp:cNvPr id="0" name=""/>
        <dsp:cNvSpPr/>
      </dsp:nvSpPr>
      <dsp:spPr>
        <a:xfrm>
          <a:off x="6022668" y="931764"/>
          <a:ext cx="586529" cy="5865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82AB7-78B5-42D1-A6DE-D88F623FC4F9}">
      <dsp:nvSpPr>
        <dsp:cNvPr id="0" name=""/>
        <dsp:cNvSpPr/>
      </dsp:nvSpPr>
      <dsp:spPr>
        <a:xfrm>
          <a:off x="6315932" y="1225029"/>
          <a:ext cx="1484884" cy="34152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790" tIns="0" rIns="0" bIns="0" numCol="1" spcCol="1270" anchor="t" anchorCtr="0">
          <a:noAutofit/>
        </a:bodyPr>
        <a:lstStyle/>
        <a:p>
          <a:pPr lvl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500" kern="1200" dirty="0" smtClean="0"/>
            <a:t>Cognitive Analytics</a:t>
          </a:r>
          <a:endParaRPr lang="en-IN" sz="1500" kern="1200" dirty="0"/>
        </a:p>
      </dsp:txBody>
      <dsp:txXfrm>
        <a:off x="6315932" y="1225029"/>
        <a:ext cx="1484884" cy="34152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7DBEC-0703-4B3F-A0C1-3F9978A66E54}">
      <dsp:nvSpPr>
        <dsp:cNvPr id="0" name=""/>
        <dsp:cNvSpPr/>
      </dsp:nvSpPr>
      <dsp:spPr>
        <a:xfrm rot="10800000">
          <a:off x="1446470" y="3079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In Today’s scenario, </a:t>
          </a:r>
          <a:endParaRPr lang="en-IN" sz="900" kern="1200" dirty="0"/>
        </a:p>
      </dsp:txBody>
      <dsp:txXfrm rot="10800000">
        <a:off x="1497816" y="3079"/>
        <a:ext cx="5487505" cy="205385"/>
      </dsp:txXfrm>
    </dsp:sp>
    <dsp:sp modelId="{28420787-783B-4B8A-8BAB-9D879EE1EA29}">
      <dsp:nvSpPr>
        <dsp:cNvPr id="0" name=""/>
        <dsp:cNvSpPr/>
      </dsp:nvSpPr>
      <dsp:spPr>
        <a:xfrm>
          <a:off x="1343777" y="3079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17F358-E295-483A-9E67-A2370146CFA5}">
      <dsp:nvSpPr>
        <dsp:cNvPr id="0" name=""/>
        <dsp:cNvSpPr/>
      </dsp:nvSpPr>
      <dsp:spPr>
        <a:xfrm rot="10800000">
          <a:off x="1446470" y="269773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See</a:t>
          </a:r>
          <a:endParaRPr lang="en-IN" sz="900" kern="1200" dirty="0"/>
        </a:p>
      </dsp:txBody>
      <dsp:txXfrm rot="10800000">
        <a:off x="1497816" y="269773"/>
        <a:ext cx="5487505" cy="205385"/>
      </dsp:txXfrm>
    </dsp:sp>
    <dsp:sp modelId="{13E6125F-2A1F-4558-8B7E-22C8E1FC29B3}">
      <dsp:nvSpPr>
        <dsp:cNvPr id="0" name=""/>
        <dsp:cNvSpPr/>
      </dsp:nvSpPr>
      <dsp:spPr>
        <a:xfrm>
          <a:off x="1343777" y="269773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B800FA-2780-4B45-8F20-D2949B694A43}">
      <dsp:nvSpPr>
        <dsp:cNvPr id="0" name=""/>
        <dsp:cNvSpPr/>
      </dsp:nvSpPr>
      <dsp:spPr>
        <a:xfrm rot="10800000">
          <a:off x="1446470" y="536468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talk</a:t>
          </a:r>
          <a:endParaRPr lang="en-IN" sz="900" kern="1200" dirty="0"/>
        </a:p>
      </dsp:txBody>
      <dsp:txXfrm rot="10800000">
        <a:off x="1497816" y="536468"/>
        <a:ext cx="5487505" cy="205385"/>
      </dsp:txXfrm>
    </dsp:sp>
    <dsp:sp modelId="{42F2784C-3804-4244-87BA-F51B147404F1}">
      <dsp:nvSpPr>
        <dsp:cNvPr id="0" name=""/>
        <dsp:cNvSpPr/>
      </dsp:nvSpPr>
      <dsp:spPr>
        <a:xfrm>
          <a:off x="1343777" y="536468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35C58-B27D-49A5-9166-6047E022D400}">
      <dsp:nvSpPr>
        <dsp:cNvPr id="0" name=""/>
        <dsp:cNvSpPr/>
      </dsp:nvSpPr>
      <dsp:spPr>
        <a:xfrm rot="10800000">
          <a:off x="1446470" y="803163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play  games</a:t>
          </a:r>
          <a:endParaRPr lang="en-IN" sz="900" kern="1200" dirty="0"/>
        </a:p>
      </dsp:txBody>
      <dsp:txXfrm rot="10800000">
        <a:off x="1497816" y="803163"/>
        <a:ext cx="5487505" cy="205385"/>
      </dsp:txXfrm>
    </dsp:sp>
    <dsp:sp modelId="{D1840C46-877B-4563-9705-BDD152254C9B}">
      <dsp:nvSpPr>
        <dsp:cNvPr id="0" name=""/>
        <dsp:cNvSpPr/>
      </dsp:nvSpPr>
      <dsp:spPr>
        <a:xfrm>
          <a:off x="1343777" y="803163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FBC083-20AC-48FC-8C19-04CE2E520A03}">
      <dsp:nvSpPr>
        <dsp:cNvPr id="0" name=""/>
        <dsp:cNvSpPr/>
      </dsp:nvSpPr>
      <dsp:spPr>
        <a:xfrm rot="10800000">
          <a:off x="1446470" y="1069858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listen to you</a:t>
          </a:r>
          <a:endParaRPr lang="en-IN" sz="900" kern="1200" dirty="0"/>
        </a:p>
      </dsp:txBody>
      <dsp:txXfrm rot="10800000">
        <a:off x="1497816" y="1069858"/>
        <a:ext cx="5487505" cy="205385"/>
      </dsp:txXfrm>
    </dsp:sp>
    <dsp:sp modelId="{C3EB6FEF-92F7-4AE3-9A30-0C18DBE4212D}">
      <dsp:nvSpPr>
        <dsp:cNvPr id="0" name=""/>
        <dsp:cNvSpPr/>
      </dsp:nvSpPr>
      <dsp:spPr>
        <a:xfrm>
          <a:off x="1343777" y="1069858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F9D5D1-5444-4681-B876-F2A7420F5277}">
      <dsp:nvSpPr>
        <dsp:cNvPr id="0" name=""/>
        <dsp:cNvSpPr/>
      </dsp:nvSpPr>
      <dsp:spPr>
        <a:xfrm rot="10800000">
          <a:off x="1446470" y="1336553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draw</a:t>
          </a:r>
          <a:endParaRPr lang="en-IN" sz="900" kern="1200" dirty="0"/>
        </a:p>
      </dsp:txBody>
      <dsp:txXfrm rot="10800000">
        <a:off x="1497816" y="1336553"/>
        <a:ext cx="5487505" cy="205385"/>
      </dsp:txXfrm>
    </dsp:sp>
    <dsp:sp modelId="{6C942211-3E1F-4DF3-AB85-230D69F08BE3}">
      <dsp:nvSpPr>
        <dsp:cNvPr id="0" name=""/>
        <dsp:cNvSpPr/>
      </dsp:nvSpPr>
      <dsp:spPr>
        <a:xfrm>
          <a:off x="1343777" y="1336553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A4E82F-0DB0-4F7E-BFBC-1B75554A20A5}">
      <dsp:nvSpPr>
        <dsp:cNvPr id="0" name=""/>
        <dsp:cNvSpPr/>
      </dsp:nvSpPr>
      <dsp:spPr>
        <a:xfrm rot="10800000">
          <a:off x="1446470" y="1603248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write</a:t>
          </a:r>
          <a:endParaRPr lang="en-IN" sz="900" kern="1200" dirty="0"/>
        </a:p>
      </dsp:txBody>
      <dsp:txXfrm rot="10800000">
        <a:off x="1497816" y="1603248"/>
        <a:ext cx="5487505" cy="205385"/>
      </dsp:txXfrm>
    </dsp:sp>
    <dsp:sp modelId="{5D8A1224-48E0-4AF0-A578-383E82F74B0E}">
      <dsp:nvSpPr>
        <dsp:cNvPr id="0" name=""/>
        <dsp:cNvSpPr/>
      </dsp:nvSpPr>
      <dsp:spPr>
        <a:xfrm>
          <a:off x="1343777" y="1603248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9BB48-54D3-4F14-83DB-EEC82F774348}">
      <dsp:nvSpPr>
        <dsp:cNvPr id="0" name=""/>
        <dsp:cNvSpPr/>
      </dsp:nvSpPr>
      <dsp:spPr>
        <a:xfrm rot="10800000">
          <a:off x="1446470" y="1869943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read</a:t>
          </a:r>
          <a:endParaRPr lang="en-IN" sz="900" kern="1200" dirty="0"/>
        </a:p>
      </dsp:txBody>
      <dsp:txXfrm rot="10800000">
        <a:off x="1497816" y="1869943"/>
        <a:ext cx="5487505" cy="205385"/>
      </dsp:txXfrm>
    </dsp:sp>
    <dsp:sp modelId="{E9E0F90A-D1AE-4471-B897-4B1D21E134FB}">
      <dsp:nvSpPr>
        <dsp:cNvPr id="0" name=""/>
        <dsp:cNvSpPr/>
      </dsp:nvSpPr>
      <dsp:spPr>
        <a:xfrm>
          <a:off x="1343777" y="1869943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DB77BC-90A8-46B9-A9EF-29635313EE6C}">
      <dsp:nvSpPr>
        <dsp:cNvPr id="0" name=""/>
        <dsp:cNvSpPr/>
      </dsp:nvSpPr>
      <dsp:spPr>
        <a:xfrm rot="10800000">
          <a:off x="1446470" y="2136638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monitor your home</a:t>
          </a:r>
          <a:endParaRPr lang="en-IN" sz="900" kern="1200" dirty="0"/>
        </a:p>
      </dsp:txBody>
      <dsp:txXfrm rot="10800000">
        <a:off x="1497816" y="2136638"/>
        <a:ext cx="5487505" cy="205385"/>
      </dsp:txXfrm>
    </dsp:sp>
    <dsp:sp modelId="{35186636-C444-483C-A155-0449857255B6}">
      <dsp:nvSpPr>
        <dsp:cNvPr id="0" name=""/>
        <dsp:cNvSpPr/>
      </dsp:nvSpPr>
      <dsp:spPr>
        <a:xfrm>
          <a:off x="1343777" y="2136638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499719-80DB-4BD3-8F7B-9D7962A4D013}">
      <dsp:nvSpPr>
        <dsp:cNvPr id="0" name=""/>
        <dsp:cNvSpPr/>
      </dsp:nvSpPr>
      <dsp:spPr>
        <a:xfrm rot="10800000">
          <a:off x="1446470" y="2403333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predict what you are going to buy</a:t>
          </a:r>
          <a:endParaRPr lang="en-IN" sz="900" kern="1200" dirty="0"/>
        </a:p>
      </dsp:txBody>
      <dsp:txXfrm rot="10800000">
        <a:off x="1497816" y="2403333"/>
        <a:ext cx="5487505" cy="205385"/>
      </dsp:txXfrm>
    </dsp:sp>
    <dsp:sp modelId="{8BB8DB90-1DA9-407C-A14B-E6275E4FB7E6}">
      <dsp:nvSpPr>
        <dsp:cNvPr id="0" name=""/>
        <dsp:cNvSpPr/>
      </dsp:nvSpPr>
      <dsp:spPr>
        <a:xfrm>
          <a:off x="1343777" y="2403333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971674-EEE1-4D49-BC45-45AA51A03D46}">
      <dsp:nvSpPr>
        <dsp:cNvPr id="0" name=""/>
        <dsp:cNvSpPr/>
      </dsp:nvSpPr>
      <dsp:spPr>
        <a:xfrm rot="10800000">
          <a:off x="1446470" y="2670027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help you decide which stock to buy</a:t>
          </a:r>
          <a:endParaRPr lang="en-IN" sz="900" kern="1200" dirty="0"/>
        </a:p>
      </dsp:txBody>
      <dsp:txXfrm rot="10800000">
        <a:off x="1497816" y="2670027"/>
        <a:ext cx="5487505" cy="205385"/>
      </dsp:txXfrm>
    </dsp:sp>
    <dsp:sp modelId="{4CF1AB33-2484-4464-B900-C146815502FF}">
      <dsp:nvSpPr>
        <dsp:cNvPr id="0" name=""/>
        <dsp:cNvSpPr/>
      </dsp:nvSpPr>
      <dsp:spPr>
        <a:xfrm>
          <a:off x="1343777" y="2670027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B1058B-2FA9-4CE3-A08E-E939B740862E}">
      <dsp:nvSpPr>
        <dsp:cNvPr id="0" name=""/>
        <dsp:cNvSpPr/>
      </dsp:nvSpPr>
      <dsp:spPr>
        <a:xfrm rot="10800000">
          <a:off x="1446470" y="2936722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help you decide which recipe to make</a:t>
          </a:r>
          <a:endParaRPr lang="en-IN" sz="900" kern="1200" dirty="0"/>
        </a:p>
      </dsp:txBody>
      <dsp:txXfrm rot="10800000">
        <a:off x="1497816" y="2936722"/>
        <a:ext cx="5487505" cy="205385"/>
      </dsp:txXfrm>
    </dsp:sp>
    <dsp:sp modelId="{2FE5A514-46C6-4DE6-9269-23C7D67E1120}">
      <dsp:nvSpPr>
        <dsp:cNvPr id="0" name=""/>
        <dsp:cNvSpPr/>
      </dsp:nvSpPr>
      <dsp:spPr>
        <a:xfrm>
          <a:off x="1343777" y="2936722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54220A-9E81-4E70-BEA1-301E98221F86}">
      <dsp:nvSpPr>
        <dsp:cNvPr id="0" name=""/>
        <dsp:cNvSpPr/>
      </dsp:nvSpPr>
      <dsp:spPr>
        <a:xfrm rot="10800000">
          <a:off x="1446470" y="3203417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help you decide on which route to take to office</a:t>
          </a:r>
          <a:endParaRPr lang="en-IN" sz="900" kern="1200" dirty="0"/>
        </a:p>
      </dsp:txBody>
      <dsp:txXfrm rot="10800000">
        <a:off x="1497816" y="3203417"/>
        <a:ext cx="5487505" cy="205385"/>
      </dsp:txXfrm>
    </dsp:sp>
    <dsp:sp modelId="{D21E55F1-07B6-409C-B365-536587ED33C5}">
      <dsp:nvSpPr>
        <dsp:cNvPr id="0" name=""/>
        <dsp:cNvSpPr/>
      </dsp:nvSpPr>
      <dsp:spPr>
        <a:xfrm>
          <a:off x="1343777" y="3203417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9AE65E-38E4-47CF-A847-4AA49BAA9AA2}">
      <dsp:nvSpPr>
        <dsp:cNvPr id="0" name=""/>
        <dsp:cNvSpPr/>
      </dsp:nvSpPr>
      <dsp:spPr>
        <a:xfrm rot="10800000">
          <a:off x="1446470" y="3470112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help you decide what to learn next</a:t>
          </a:r>
          <a:endParaRPr lang="en-IN" sz="900" kern="1200" dirty="0"/>
        </a:p>
      </dsp:txBody>
      <dsp:txXfrm rot="10800000">
        <a:off x="1497816" y="3470112"/>
        <a:ext cx="5487505" cy="205385"/>
      </dsp:txXfrm>
    </dsp:sp>
    <dsp:sp modelId="{A4EFC020-E453-4CC4-A87D-73C93AAAB117}">
      <dsp:nvSpPr>
        <dsp:cNvPr id="0" name=""/>
        <dsp:cNvSpPr/>
      </dsp:nvSpPr>
      <dsp:spPr>
        <a:xfrm>
          <a:off x="1343777" y="3470112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7652F-AC68-447C-9574-CF0EB4E8AB38}">
      <dsp:nvSpPr>
        <dsp:cNvPr id="0" name=""/>
        <dsp:cNvSpPr/>
      </dsp:nvSpPr>
      <dsp:spPr>
        <a:xfrm rot="10800000">
          <a:off x="1446470" y="3736807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 can help you choose your life partner</a:t>
          </a:r>
          <a:endParaRPr lang="en-IN" sz="900" kern="1200" dirty="0"/>
        </a:p>
      </dsp:txBody>
      <dsp:txXfrm rot="10800000">
        <a:off x="1497816" y="3736807"/>
        <a:ext cx="5487505" cy="205385"/>
      </dsp:txXfrm>
    </dsp:sp>
    <dsp:sp modelId="{53EBA70E-DB1A-43A5-99DA-ABC288D0777F}">
      <dsp:nvSpPr>
        <dsp:cNvPr id="0" name=""/>
        <dsp:cNvSpPr/>
      </dsp:nvSpPr>
      <dsp:spPr>
        <a:xfrm>
          <a:off x="1343777" y="3736807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C5BD4-98E4-42C5-8036-2437CA2C5FC7}">
      <dsp:nvSpPr>
        <dsp:cNvPr id="0" name=""/>
        <dsp:cNvSpPr/>
      </dsp:nvSpPr>
      <dsp:spPr>
        <a:xfrm rot="10800000">
          <a:off x="1446470" y="4003502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help you  navigate</a:t>
          </a:r>
          <a:endParaRPr lang="en-IN" sz="900" kern="1200" dirty="0"/>
        </a:p>
      </dsp:txBody>
      <dsp:txXfrm rot="10800000">
        <a:off x="1497816" y="4003502"/>
        <a:ext cx="5487505" cy="205385"/>
      </dsp:txXfrm>
    </dsp:sp>
    <dsp:sp modelId="{D82D38F4-E727-4585-9E29-88B27D0698E2}">
      <dsp:nvSpPr>
        <dsp:cNvPr id="0" name=""/>
        <dsp:cNvSpPr/>
      </dsp:nvSpPr>
      <dsp:spPr>
        <a:xfrm>
          <a:off x="1343777" y="4003502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1447AD-9D5D-4AC7-A555-F0624B1EA3A0}">
      <dsp:nvSpPr>
        <dsp:cNvPr id="0" name=""/>
        <dsp:cNvSpPr/>
      </dsp:nvSpPr>
      <dsp:spPr>
        <a:xfrm rot="10800000">
          <a:off x="1446470" y="4270197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help you shop</a:t>
          </a:r>
          <a:endParaRPr lang="en-IN" sz="900" kern="1200" dirty="0"/>
        </a:p>
      </dsp:txBody>
      <dsp:txXfrm rot="10800000">
        <a:off x="1497816" y="4270197"/>
        <a:ext cx="5487505" cy="205385"/>
      </dsp:txXfrm>
    </dsp:sp>
    <dsp:sp modelId="{4B25D71A-F2E7-47C2-ACE4-2A5A7558E1EE}">
      <dsp:nvSpPr>
        <dsp:cNvPr id="0" name=""/>
        <dsp:cNvSpPr/>
      </dsp:nvSpPr>
      <dsp:spPr>
        <a:xfrm>
          <a:off x="1343777" y="4270197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1BA027-F046-477C-9A2F-5121223FB687}">
      <dsp:nvSpPr>
        <dsp:cNvPr id="0" name=""/>
        <dsp:cNvSpPr/>
      </dsp:nvSpPr>
      <dsp:spPr>
        <a:xfrm rot="10800000">
          <a:off x="1446470" y="4536892"/>
          <a:ext cx="5538851" cy="20538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569" tIns="34290" rIns="64008" bIns="34290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b="1" kern="1200" dirty="0" smtClean="0"/>
            <a:t>Machines can argue for you;</a:t>
          </a:r>
          <a:endParaRPr lang="en-IN" sz="900" kern="1200" dirty="0"/>
        </a:p>
      </dsp:txBody>
      <dsp:txXfrm rot="10800000">
        <a:off x="1497816" y="4536892"/>
        <a:ext cx="5487505" cy="205385"/>
      </dsp:txXfrm>
    </dsp:sp>
    <dsp:sp modelId="{DFF844EC-0F30-4046-81EB-694477DD55DF}">
      <dsp:nvSpPr>
        <dsp:cNvPr id="0" name=""/>
        <dsp:cNvSpPr/>
      </dsp:nvSpPr>
      <dsp:spPr>
        <a:xfrm>
          <a:off x="1343777" y="4536892"/>
          <a:ext cx="205385" cy="20538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D231E-EC16-4D5E-ADC4-2E3897632785}">
      <dsp:nvSpPr>
        <dsp:cNvPr id="0" name=""/>
        <dsp:cNvSpPr/>
      </dsp:nvSpPr>
      <dsp:spPr>
        <a:xfrm>
          <a:off x="1730375" y="0"/>
          <a:ext cx="4716463" cy="471646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AI</a:t>
          </a:r>
          <a:endParaRPr lang="en-IN" sz="1600" kern="1200" dirty="0"/>
        </a:p>
      </dsp:txBody>
      <dsp:txXfrm>
        <a:off x="3264404" y="235823"/>
        <a:ext cx="1648403" cy="707469"/>
      </dsp:txXfrm>
    </dsp:sp>
    <dsp:sp modelId="{7441D11F-DC78-4955-B1D5-2A9F4BEE0A96}">
      <dsp:nvSpPr>
        <dsp:cNvPr id="0" name=""/>
        <dsp:cNvSpPr/>
      </dsp:nvSpPr>
      <dsp:spPr>
        <a:xfrm>
          <a:off x="2319932" y="1179115"/>
          <a:ext cx="3537347" cy="35373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Machine Learning</a:t>
          </a:r>
          <a:endParaRPr lang="en-IN" sz="1600" kern="1200" dirty="0"/>
        </a:p>
      </dsp:txBody>
      <dsp:txXfrm>
        <a:off x="3264404" y="1400199"/>
        <a:ext cx="1648403" cy="663252"/>
      </dsp:txXfrm>
    </dsp:sp>
    <dsp:sp modelId="{29A1668F-9982-4ED0-BED5-FA00A394E599}">
      <dsp:nvSpPr>
        <dsp:cNvPr id="0" name=""/>
        <dsp:cNvSpPr/>
      </dsp:nvSpPr>
      <dsp:spPr>
        <a:xfrm>
          <a:off x="2909490" y="2358231"/>
          <a:ext cx="2358231" cy="235823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Deep Learning</a:t>
          </a:r>
          <a:endParaRPr lang="en-IN" sz="1600" kern="1200" dirty="0"/>
        </a:p>
      </dsp:txBody>
      <dsp:txXfrm>
        <a:off x="3254845" y="2947789"/>
        <a:ext cx="1667521" cy="11791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7B7FB-B693-4A57-A742-C1A131AAC8A6}">
      <dsp:nvSpPr>
        <dsp:cNvPr id="0" name=""/>
        <dsp:cNvSpPr/>
      </dsp:nvSpPr>
      <dsp:spPr>
        <a:xfrm>
          <a:off x="7269695" y="2485071"/>
          <a:ext cx="91440" cy="2876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76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6EC0D3-E3BF-49AF-81B3-26DACE38607E}">
      <dsp:nvSpPr>
        <dsp:cNvPr id="0" name=""/>
        <dsp:cNvSpPr/>
      </dsp:nvSpPr>
      <dsp:spPr>
        <a:xfrm>
          <a:off x="5612237" y="2485071"/>
          <a:ext cx="91440" cy="2876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76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611FA8-2DDA-4C44-ABDB-DE7F909C136C}">
      <dsp:nvSpPr>
        <dsp:cNvPr id="0" name=""/>
        <dsp:cNvSpPr/>
      </dsp:nvSpPr>
      <dsp:spPr>
        <a:xfrm>
          <a:off x="3954779" y="2485071"/>
          <a:ext cx="91440" cy="28765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76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D17824-B0E2-4FEA-9DE7-372398C6EE34}">
      <dsp:nvSpPr>
        <dsp:cNvPr id="0" name=""/>
        <dsp:cNvSpPr/>
      </dsp:nvSpPr>
      <dsp:spPr>
        <a:xfrm>
          <a:off x="1514312" y="2485071"/>
          <a:ext cx="828728" cy="287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3828"/>
              </a:lnTo>
              <a:lnTo>
                <a:pt x="828728" y="143828"/>
              </a:lnTo>
              <a:lnTo>
                <a:pt x="828728" y="2876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141DA0-43C1-4E44-A95C-BD27412F2447}">
      <dsp:nvSpPr>
        <dsp:cNvPr id="0" name=""/>
        <dsp:cNvSpPr/>
      </dsp:nvSpPr>
      <dsp:spPr>
        <a:xfrm>
          <a:off x="685583" y="2485071"/>
          <a:ext cx="828728" cy="287657"/>
        </a:xfrm>
        <a:custGeom>
          <a:avLst/>
          <a:gdLst/>
          <a:ahLst/>
          <a:cxnLst/>
          <a:rect l="0" t="0" r="0" b="0"/>
          <a:pathLst>
            <a:path>
              <a:moveTo>
                <a:pt x="828728" y="0"/>
              </a:moveTo>
              <a:lnTo>
                <a:pt x="828728" y="143828"/>
              </a:lnTo>
              <a:lnTo>
                <a:pt x="0" y="143828"/>
              </a:lnTo>
              <a:lnTo>
                <a:pt x="0" y="2876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5A7C87-2337-4CFE-8D8A-F753C2560CED}">
      <dsp:nvSpPr>
        <dsp:cNvPr id="0" name=""/>
        <dsp:cNvSpPr/>
      </dsp:nvSpPr>
      <dsp:spPr>
        <a:xfrm>
          <a:off x="829412" y="1800171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Clustering</a:t>
          </a:r>
          <a:endParaRPr lang="en-IN" sz="1400" kern="1200" dirty="0"/>
        </a:p>
      </dsp:txBody>
      <dsp:txXfrm>
        <a:off x="829412" y="1800171"/>
        <a:ext cx="1369799" cy="684899"/>
      </dsp:txXfrm>
    </dsp:sp>
    <dsp:sp modelId="{FC9E36C2-C6D3-4675-B093-EF75BCE46ECA}">
      <dsp:nvSpPr>
        <dsp:cNvPr id="0" name=""/>
        <dsp:cNvSpPr/>
      </dsp:nvSpPr>
      <dsp:spPr>
        <a:xfrm>
          <a:off x="683" y="2772729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K-Means clustering</a:t>
          </a:r>
          <a:endParaRPr lang="en-IN" sz="1400" kern="1200" dirty="0"/>
        </a:p>
      </dsp:txBody>
      <dsp:txXfrm>
        <a:off x="683" y="2772729"/>
        <a:ext cx="1369799" cy="684899"/>
      </dsp:txXfrm>
    </dsp:sp>
    <dsp:sp modelId="{2B29E5AF-63AC-4A66-82C2-C805395E8669}">
      <dsp:nvSpPr>
        <dsp:cNvPr id="0" name=""/>
        <dsp:cNvSpPr/>
      </dsp:nvSpPr>
      <dsp:spPr>
        <a:xfrm>
          <a:off x="1658141" y="2772729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/>
            <a:t>Hierarchical Clustering</a:t>
          </a:r>
          <a:endParaRPr lang="en-US" sz="1400" kern="1200" dirty="0"/>
        </a:p>
      </dsp:txBody>
      <dsp:txXfrm>
        <a:off x="1658141" y="2772729"/>
        <a:ext cx="1369799" cy="684899"/>
      </dsp:txXfrm>
    </dsp:sp>
    <dsp:sp modelId="{480133FF-ADB2-4938-9DD8-3CB15129752B}">
      <dsp:nvSpPr>
        <dsp:cNvPr id="0" name=""/>
        <dsp:cNvSpPr/>
      </dsp:nvSpPr>
      <dsp:spPr>
        <a:xfrm>
          <a:off x="3315599" y="1800171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Association Rule Mining</a:t>
          </a:r>
          <a:endParaRPr lang="en-IN" sz="1400" kern="1200" dirty="0"/>
        </a:p>
      </dsp:txBody>
      <dsp:txXfrm>
        <a:off x="3315599" y="1800171"/>
        <a:ext cx="1369799" cy="684899"/>
      </dsp:txXfrm>
    </dsp:sp>
    <dsp:sp modelId="{B7E1F008-272A-4F5F-8565-E2B7791CC24F}">
      <dsp:nvSpPr>
        <dsp:cNvPr id="0" name=""/>
        <dsp:cNvSpPr/>
      </dsp:nvSpPr>
      <dsp:spPr>
        <a:xfrm>
          <a:off x="3315599" y="2772729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err="1" smtClean="0"/>
            <a:t>Apriori</a:t>
          </a:r>
          <a:r>
            <a:rPr lang="en-US" sz="1400" kern="1200" dirty="0" smtClean="0"/>
            <a:t> algorithm </a:t>
          </a:r>
          <a:endParaRPr lang="en-US" sz="1400" kern="1200" dirty="0"/>
        </a:p>
      </dsp:txBody>
      <dsp:txXfrm>
        <a:off x="3315599" y="2772729"/>
        <a:ext cx="1369799" cy="684899"/>
      </dsp:txXfrm>
    </dsp:sp>
    <dsp:sp modelId="{09AEDBB5-2070-4DA5-9A46-EEDFE699E500}">
      <dsp:nvSpPr>
        <dsp:cNvPr id="0" name=""/>
        <dsp:cNvSpPr/>
      </dsp:nvSpPr>
      <dsp:spPr>
        <a:xfrm>
          <a:off x="4973057" y="1800171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/>
            <a:t>Recommendation Systems</a:t>
          </a:r>
          <a:endParaRPr lang="en-IN" sz="1400" kern="1200" dirty="0"/>
        </a:p>
      </dsp:txBody>
      <dsp:txXfrm>
        <a:off x="4973057" y="1800171"/>
        <a:ext cx="1369799" cy="684899"/>
      </dsp:txXfrm>
    </dsp:sp>
    <dsp:sp modelId="{17448D0C-A0C3-49CD-9EBC-E7CD0B50846F}">
      <dsp:nvSpPr>
        <dsp:cNvPr id="0" name=""/>
        <dsp:cNvSpPr/>
      </dsp:nvSpPr>
      <dsp:spPr>
        <a:xfrm>
          <a:off x="4973057" y="2772729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/>
            <a:t>Matrix Factorization</a:t>
          </a:r>
          <a:endParaRPr lang="en-IN" sz="1400" kern="1200" dirty="0"/>
        </a:p>
      </dsp:txBody>
      <dsp:txXfrm>
        <a:off x="4973057" y="2772729"/>
        <a:ext cx="1369799" cy="684899"/>
      </dsp:txXfrm>
    </dsp:sp>
    <dsp:sp modelId="{852227CF-F357-4C30-9878-0393A555E380}">
      <dsp:nvSpPr>
        <dsp:cNvPr id="0" name=""/>
        <dsp:cNvSpPr/>
      </dsp:nvSpPr>
      <dsp:spPr>
        <a:xfrm>
          <a:off x="6630515" y="1800171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/>
            <a:t>Feature extraction</a:t>
          </a:r>
          <a:endParaRPr lang="en-IN" sz="1400" kern="1200" dirty="0"/>
        </a:p>
      </dsp:txBody>
      <dsp:txXfrm>
        <a:off x="6630515" y="1800171"/>
        <a:ext cx="1369799" cy="684899"/>
      </dsp:txXfrm>
    </dsp:sp>
    <dsp:sp modelId="{E9CD9409-2FFD-45EC-8AA6-E5011BF10B46}">
      <dsp:nvSpPr>
        <dsp:cNvPr id="0" name=""/>
        <dsp:cNvSpPr/>
      </dsp:nvSpPr>
      <dsp:spPr>
        <a:xfrm>
          <a:off x="6630515" y="2772729"/>
          <a:ext cx="1369799" cy="6848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400" kern="1200" dirty="0" smtClean="0"/>
            <a:t>Unsupervised Deep Learning</a:t>
          </a:r>
          <a:endParaRPr lang="en-US" sz="1400" kern="1200" dirty="0"/>
        </a:p>
      </dsp:txBody>
      <dsp:txXfrm>
        <a:off x="6630515" y="2772729"/>
        <a:ext cx="1369799" cy="68489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C5EE3-16AC-4BAD-8214-73667D89CFD6}">
      <dsp:nvSpPr>
        <dsp:cNvPr id="0" name=""/>
        <dsp:cNvSpPr/>
      </dsp:nvSpPr>
      <dsp:spPr>
        <a:xfrm>
          <a:off x="388" y="2005707"/>
          <a:ext cx="1691364" cy="8456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R</a:t>
          </a:r>
          <a:r>
            <a:rPr lang="en-IN" sz="2400" kern="1200" dirty="0" smtClean="0"/>
            <a:t>egression Methods</a:t>
          </a:r>
          <a:endParaRPr lang="en-US" sz="2400" kern="1200" dirty="0"/>
        </a:p>
      </dsp:txBody>
      <dsp:txXfrm>
        <a:off x="388" y="2005707"/>
        <a:ext cx="1691364" cy="845682"/>
      </dsp:txXfrm>
    </dsp:sp>
    <dsp:sp modelId="{4036A735-1909-4D09-9508-6F36BC50AE7C}">
      <dsp:nvSpPr>
        <dsp:cNvPr id="0" name=""/>
        <dsp:cNvSpPr/>
      </dsp:nvSpPr>
      <dsp:spPr>
        <a:xfrm>
          <a:off x="2046940" y="2005707"/>
          <a:ext cx="1691364" cy="8456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Classification Methods</a:t>
          </a:r>
          <a:endParaRPr lang="en-US" sz="2400" kern="1200" dirty="0"/>
        </a:p>
      </dsp:txBody>
      <dsp:txXfrm>
        <a:off x="2046940" y="2005707"/>
        <a:ext cx="1691364" cy="845682"/>
      </dsp:txXfrm>
    </dsp:sp>
    <dsp:sp modelId="{EF5E7C95-42D5-43F0-8CBC-F479C9F6AADB}">
      <dsp:nvSpPr>
        <dsp:cNvPr id="0" name=""/>
        <dsp:cNvSpPr/>
      </dsp:nvSpPr>
      <dsp:spPr>
        <a:xfrm>
          <a:off x="4093491" y="2005707"/>
          <a:ext cx="1691364" cy="8456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400" kern="1200" dirty="0" smtClean="0"/>
            <a:t>Ensemble Methods</a:t>
          </a:r>
          <a:endParaRPr lang="en-US" sz="2400" kern="1200" dirty="0"/>
        </a:p>
      </dsp:txBody>
      <dsp:txXfrm>
        <a:off x="4093491" y="2005707"/>
        <a:ext cx="1691364" cy="84568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83437-CA91-4E68-9537-5F5FF90FD2C1}">
      <dsp:nvSpPr>
        <dsp:cNvPr id="0" name=""/>
        <dsp:cNvSpPr/>
      </dsp:nvSpPr>
      <dsp:spPr>
        <a:xfrm>
          <a:off x="203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Linear R</a:t>
          </a:r>
          <a:r>
            <a:rPr lang="en-IN" sz="900" kern="1200" dirty="0" smtClean="0"/>
            <a:t>egression Methods</a:t>
          </a:r>
          <a:endParaRPr lang="en-US" sz="900" kern="1200" dirty="0"/>
        </a:p>
      </dsp:txBody>
      <dsp:txXfrm>
        <a:off x="203" y="2233432"/>
        <a:ext cx="780463" cy="390231"/>
      </dsp:txXfrm>
    </dsp:sp>
    <dsp:sp modelId="{8BD51C00-A6BE-40C8-847E-C645C7412734}">
      <dsp:nvSpPr>
        <dsp:cNvPr id="0" name=""/>
        <dsp:cNvSpPr/>
      </dsp:nvSpPr>
      <dsp:spPr>
        <a:xfrm>
          <a:off x="944564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kern="1200" dirty="0" smtClean="0"/>
            <a:t>Multiple Linear Regression Methods</a:t>
          </a:r>
          <a:endParaRPr lang="en-US" sz="900" kern="1200" dirty="0"/>
        </a:p>
      </dsp:txBody>
      <dsp:txXfrm>
        <a:off x="944564" y="2233432"/>
        <a:ext cx="780463" cy="390231"/>
      </dsp:txXfrm>
    </dsp:sp>
    <dsp:sp modelId="{81E8AAC4-F25E-4ED5-A088-61A7AFCF7F8F}">
      <dsp:nvSpPr>
        <dsp:cNvPr id="0" name=""/>
        <dsp:cNvSpPr/>
      </dsp:nvSpPr>
      <dsp:spPr>
        <a:xfrm>
          <a:off x="1888925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900" kern="1200" dirty="0" smtClean="0"/>
            <a:t>Ridge Regression Methods</a:t>
          </a:r>
          <a:endParaRPr lang="en-US" sz="900" kern="1200" dirty="0"/>
        </a:p>
      </dsp:txBody>
      <dsp:txXfrm>
        <a:off x="1888925" y="2233432"/>
        <a:ext cx="780463" cy="390231"/>
      </dsp:txXfrm>
    </dsp:sp>
    <dsp:sp modelId="{30CB35A5-7F93-42F2-A55B-629EEFF91B25}">
      <dsp:nvSpPr>
        <dsp:cNvPr id="0" name=""/>
        <dsp:cNvSpPr/>
      </dsp:nvSpPr>
      <dsp:spPr>
        <a:xfrm>
          <a:off x="2833286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Lasso Regression</a:t>
          </a:r>
          <a:endParaRPr lang="en-US" sz="900" kern="1200" dirty="0"/>
        </a:p>
      </dsp:txBody>
      <dsp:txXfrm>
        <a:off x="2833286" y="2233432"/>
        <a:ext cx="780463" cy="390231"/>
      </dsp:txXfrm>
    </dsp:sp>
    <dsp:sp modelId="{E6E650E7-9BD8-4758-AC6A-C1D568AB1C59}">
      <dsp:nvSpPr>
        <dsp:cNvPr id="0" name=""/>
        <dsp:cNvSpPr/>
      </dsp:nvSpPr>
      <dsp:spPr>
        <a:xfrm>
          <a:off x="3777648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Regression trees</a:t>
          </a:r>
          <a:endParaRPr lang="en-US" sz="900" kern="1200" dirty="0"/>
        </a:p>
      </dsp:txBody>
      <dsp:txXfrm>
        <a:off x="3777648" y="2233432"/>
        <a:ext cx="780463" cy="390231"/>
      </dsp:txXfrm>
    </dsp:sp>
    <dsp:sp modelId="{CA09FC36-08B0-4C8B-B490-DD63B9709486}">
      <dsp:nvSpPr>
        <dsp:cNvPr id="0" name=""/>
        <dsp:cNvSpPr/>
      </dsp:nvSpPr>
      <dsp:spPr>
        <a:xfrm>
          <a:off x="4722009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SVR</a:t>
          </a:r>
          <a:endParaRPr lang="en-US" sz="900" kern="1200" dirty="0"/>
        </a:p>
      </dsp:txBody>
      <dsp:txXfrm>
        <a:off x="4722009" y="2233432"/>
        <a:ext cx="780463" cy="390231"/>
      </dsp:txXfrm>
    </dsp:sp>
    <dsp:sp modelId="{6AB5189F-7E58-4944-8327-61242360C038}">
      <dsp:nvSpPr>
        <dsp:cNvPr id="0" name=""/>
        <dsp:cNvSpPr/>
      </dsp:nvSpPr>
      <dsp:spPr>
        <a:xfrm>
          <a:off x="5666370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smtClean="0"/>
            <a:t>Random Forest Regression</a:t>
          </a:r>
          <a:endParaRPr lang="en-US" sz="900" kern="1200" dirty="0"/>
        </a:p>
      </dsp:txBody>
      <dsp:txXfrm>
        <a:off x="5666370" y="2233432"/>
        <a:ext cx="780463" cy="390231"/>
      </dsp:txXfrm>
    </dsp:sp>
    <dsp:sp modelId="{9653DCF9-AA02-43A1-93F0-C30A91901402}">
      <dsp:nvSpPr>
        <dsp:cNvPr id="0" name=""/>
        <dsp:cNvSpPr/>
      </dsp:nvSpPr>
      <dsp:spPr>
        <a:xfrm>
          <a:off x="6610732" y="2233432"/>
          <a:ext cx="780463" cy="390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 err="1" smtClean="0"/>
            <a:t>kNNR</a:t>
          </a:r>
          <a:endParaRPr lang="en-US" sz="900" kern="1200" dirty="0"/>
        </a:p>
      </dsp:txBody>
      <dsp:txXfrm>
        <a:off x="6610732" y="2233432"/>
        <a:ext cx="780463" cy="3902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417AC-8D65-4454-B8B8-4FA41467D69B}">
      <dsp:nvSpPr>
        <dsp:cNvPr id="0" name=""/>
        <dsp:cNvSpPr/>
      </dsp:nvSpPr>
      <dsp:spPr>
        <a:xfrm>
          <a:off x="677" y="2089359"/>
          <a:ext cx="1356754" cy="67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300" kern="1200" dirty="0" smtClean="0"/>
            <a:t>Logistic Regression</a:t>
          </a:r>
          <a:endParaRPr lang="en-US" sz="1300" kern="1200" dirty="0"/>
        </a:p>
      </dsp:txBody>
      <dsp:txXfrm>
        <a:off x="677" y="2089359"/>
        <a:ext cx="1356754" cy="678377"/>
      </dsp:txXfrm>
    </dsp:sp>
    <dsp:sp modelId="{AF2CFD75-587A-4B33-A94C-F73068567E36}">
      <dsp:nvSpPr>
        <dsp:cNvPr id="0" name=""/>
        <dsp:cNvSpPr/>
      </dsp:nvSpPr>
      <dsp:spPr>
        <a:xfrm>
          <a:off x="1642349" y="2089359"/>
          <a:ext cx="1356754" cy="67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300" kern="1200" dirty="0" smtClean="0"/>
            <a:t>Decision Tree</a:t>
          </a:r>
          <a:endParaRPr lang="en-US" sz="1300" kern="1200" dirty="0"/>
        </a:p>
      </dsp:txBody>
      <dsp:txXfrm>
        <a:off x="1642349" y="2089359"/>
        <a:ext cx="1356754" cy="678377"/>
      </dsp:txXfrm>
    </dsp:sp>
    <dsp:sp modelId="{6E24ADB5-9651-4555-930D-6CEE91EFDBCD}">
      <dsp:nvSpPr>
        <dsp:cNvPr id="0" name=""/>
        <dsp:cNvSpPr/>
      </dsp:nvSpPr>
      <dsp:spPr>
        <a:xfrm>
          <a:off x="3284022" y="2089359"/>
          <a:ext cx="1356754" cy="67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300" kern="1200" dirty="0" smtClean="0"/>
            <a:t>Naive </a:t>
          </a:r>
          <a:r>
            <a:rPr lang="en-IN" sz="1300" kern="1200" dirty="0" err="1" smtClean="0"/>
            <a:t>Bayes</a:t>
          </a:r>
          <a:endParaRPr lang="en-IN" sz="1300" kern="1200" dirty="0"/>
        </a:p>
      </dsp:txBody>
      <dsp:txXfrm>
        <a:off x="3284022" y="2089359"/>
        <a:ext cx="1356754" cy="678377"/>
      </dsp:txXfrm>
    </dsp:sp>
    <dsp:sp modelId="{1F8CE364-2821-4E94-B0A2-BE41E312533C}">
      <dsp:nvSpPr>
        <dsp:cNvPr id="0" name=""/>
        <dsp:cNvSpPr/>
      </dsp:nvSpPr>
      <dsp:spPr>
        <a:xfrm>
          <a:off x="4925694" y="2089359"/>
          <a:ext cx="1356754" cy="67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300" kern="1200" dirty="0" err="1" smtClean="0"/>
            <a:t>kNearestNeighbour</a:t>
          </a:r>
          <a:endParaRPr lang="en-US" sz="1300" kern="1200" dirty="0"/>
        </a:p>
      </dsp:txBody>
      <dsp:txXfrm>
        <a:off x="4925694" y="2089359"/>
        <a:ext cx="1356754" cy="678377"/>
      </dsp:txXfrm>
    </dsp:sp>
    <dsp:sp modelId="{06E1613E-A9AD-456B-B196-8FF1C5FC5E31}">
      <dsp:nvSpPr>
        <dsp:cNvPr id="0" name=""/>
        <dsp:cNvSpPr/>
      </dsp:nvSpPr>
      <dsp:spPr>
        <a:xfrm>
          <a:off x="6567367" y="2089359"/>
          <a:ext cx="1356754" cy="6783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SVM</a:t>
          </a:r>
          <a:endParaRPr lang="en-US" sz="1300" kern="1200" dirty="0"/>
        </a:p>
      </dsp:txBody>
      <dsp:txXfrm>
        <a:off x="6567367" y="2089359"/>
        <a:ext cx="1356754" cy="6783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EF7B5-2813-4752-B731-9B4FA58BC202}">
      <dsp:nvSpPr>
        <dsp:cNvPr id="0" name=""/>
        <dsp:cNvSpPr/>
      </dsp:nvSpPr>
      <dsp:spPr>
        <a:xfrm>
          <a:off x="542" y="1838189"/>
          <a:ext cx="2361436" cy="118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 smtClean="0"/>
            <a:t>Boosting algorithms like </a:t>
          </a:r>
          <a:r>
            <a:rPr lang="en-IN" sz="2800" kern="1200" dirty="0" err="1" smtClean="0"/>
            <a:t>AdaBoost</a:t>
          </a:r>
          <a:endParaRPr lang="en-US" sz="2800" kern="1200" dirty="0"/>
        </a:p>
      </dsp:txBody>
      <dsp:txXfrm>
        <a:off x="542" y="1838189"/>
        <a:ext cx="2361436" cy="1180718"/>
      </dsp:txXfrm>
    </dsp:sp>
    <dsp:sp modelId="{B259170D-E6BA-4FFA-A1AC-C682999987E4}">
      <dsp:nvSpPr>
        <dsp:cNvPr id="0" name=""/>
        <dsp:cNvSpPr/>
      </dsp:nvSpPr>
      <dsp:spPr>
        <a:xfrm>
          <a:off x="2857881" y="1838189"/>
          <a:ext cx="2361436" cy="118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dirty="0" smtClean="0"/>
            <a:t>Bagging algorithms like Random Forest</a:t>
          </a:r>
          <a:endParaRPr lang="en-US" sz="2800" kern="1200" dirty="0"/>
        </a:p>
      </dsp:txBody>
      <dsp:txXfrm>
        <a:off x="2857881" y="1838189"/>
        <a:ext cx="2361436" cy="1180718"/>
      </dsp:txXfrm>
    </dsp:sp>
    <dsp:sp modelId="{BFE9A383-3547-40A6-A9BF-A0920F5CA675}">
      <dsp:nvSpPr>
        <dsp:cNvPr id="0" name=""/>
        <dsp:cNvSpPr/>
      </dsp:nvSpPr>
      <dsp:spPr>
        <a:xfrm>
          <a:off x="5715219" y="1838189"/>
          <a:ext cx="2361436" cy="118071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800" kern="1200" smtClean="0"/>
            <a:t>Stacking algorithm</a:t>
          </a:r>
          <a:endParaRPr lang="en-US" sz="2800" kern="1200" dirty="0"/>
        </a:p>
      </dsp:txBody>
      <dsp:txXfrm>
        <a:off x="5715219" y="1838189"/>
        <a:ext cx="2361436" cy="118071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EF7B5-2813-4752-B731-9B4FA58BC202}">
      <dsp:nvSpPr>
        <dsp:cNvPr id="0" name=""/>
        <dsp:cNvSpPr/>
      </dsp:nvSpPr>
      <dsp:spPr>
        <a:xfrm>
          <a:off x="690" y="2082837"/>
          <a:ext cx="1382845" cy="691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Feed Forward Networks</a:t>
          </a:r>
          <a:endParaRPr lang="en-US" sz="1600" kern="1200" dirty="0"/>
        </a:p>
      </dsp:txBody>
      <dsp:txXfrm>
        <a:off x="690" y="2082837"/>
        <a:ext cx="1382845" cy="691422"/>
      </dsp:txXfrm>
    </dsp:sp>
    <dsp:sp modelId="{B259170D-E6BA-4FFA-A1AC-C682999987E4}">
      <dsp:nvSpPr>
        <dsp:cNvPr id="0" name=""/>
        <dsp:cNvSpPr/>
      </dsp:nvSpPr>
      <dsp:spPr>
        <a:xfrm>
          <a:off x="1673933" y="2082837"/>
          <a:ext cx="1382845" cy="691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Recurrent Neural Networks</a:t>
          </a:r>
          <a:endParaRPr lang="en-US" sz="1600" kern="1200" dirty="0"/>
        </a:p>
      </dsp:txBody>
      <dsp:txXfrm>
        <a:off x="1673933" y="2082837"/>
        <a:ext cx="1382845" cy="691422"/>
      </dsp:txXfrm>
    </dsp:sp>
    <dsp:sp modelId="{BFE9A383-3547-40A6-A9BF-A0920F5CA675}">
      <dsp:nvSpPr>
        <dsp:cNvPr id="0" name=""/>
        <dsp:cNvSpPr/>
      </dsp:nvSpPr>
      <dsp:spPr>
        <a:xfrm>
          <a:off x="3347176" y="2082837"/>
          <a:ext cx="1382845" cy="691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1600" kern="1200" dirty="0" smtClean="0"/>
            <a:t>CNN</a:t>
          </a:r>
          <a:endParaRPr lang="en-US" sz="1600" kern="1200" dirty="0"/>
        </a:p>
      </dsp:txBody>
      <dsp:txXfrm>
        <a:off x="3347176" y="2082837"/>
        <a:ext cx="1382845" cy="691422"/>
      </dsp:txXfrm>
    </dsp:sp>
    <dsp:sp modelId="{EA13AA41-0A63-4C0E-8E4D-1F964340CA77}">
      <dsp:nvSpPr>
        <dsp:cNvPr id="0" name=""/>
        <dsp:cNvSpPr/>
      </dsp:nvSpPr>
      <dsp:spPr>
        <a:xfrm>
          <a:off x="5020419" y="2082837"/>
          <a:ext cx="1382845" cy="691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LSTM</a:t>
          </a:r>
          <a:endParaRPr lang="en-US" sz="1600" kern="1200" dirty="0"/>
        </a:p>
      </dsp:txBody>
      <dsp:txXfrm>
        <a:off x="5020419" y="2082837"/>
        <a:ext cx="1382845" cy="691422"/>
      </dsp:txXfrm>
    </dsp:sp>
    <dsp:sp modelId="{C7D38811-F49A-4232-B24F-9C45350FEBE0}">
      <dsp:nvSpPr>
        <dsp:cNvPr id="0" name=""/>
        <dsp:cNvSpPr/>
      </dsp:nvSpPr>
      <dsp:spPr>
        <a:xfrm>
          <a:off x="6693663" y="2082837"/>
          <a:ext cx="1382845" cy="6914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Word Embeddings</a:t>
          </a:r>
          <a:endParaRPr lang="en-US" sz="1600" kern="1200" dirty="0"/>
        </a:p>
      </dsp:txBody>
      <dsp:txXfrm>
        <a:off x="6693663" y="2082837"/>
        <a:ext cx="1382845" cy="691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E0E4BE-9EE9-4838-A3C9-B9FE799D8EF7}" type="datetimeFigureOut">
              <a:rPr lang="en-US" smtClean="0"/>
              <a:pPr/>
              <a:t>03/10/2018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21DB1F-39D7-4089-AEB7-5597B07B3C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491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481D5-F1DD-43F1-A4F5-5EF5AD2BDCF1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6275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481D5-F1DD-43F1-A4F5-5EF5AD2BDCF1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348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5D19B52-BA40-40B5-8199-FC04F0C30126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E41E-A963-49DA-9E72-A344BBF7CB40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pic>
        <p:nvPicPr>
          <p:cNvPr id="37890" name="Picture 2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152400"/>
            <a:ext cx="17526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2" name="Picture 4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6959"/>
            <a:ext cx="1520825" cy="175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6CEE21E7-6F94-47C4-843C-30FC7E569DE1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95721-497A-4CC9-9F78-4271F1DC21BF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DDD0E-64BC-4015-9A8B-2CCC86072D1E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768D-0D41-4672-96DA-FD6525D76AC5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259EE-6319-470F-9606-7FC1B6E6DB17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95AB0-55F4-4368-A197-8AD7182F7D74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EBB1F-64D1-4E48-9A1A-E046AC236922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5BF5E-073A-4838-A06E-227B7B25D45E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1196E-73A0-47FA-B2BD-D2749BA951EC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138" y="369888"/>
            <a:ext cx="8145462" cy="609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3076" y="1219200"/>
            <a:ext cx="8177213" cy="23574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076" y="3729040"/>
            <a:ext cx="8177213" cy="23590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pic>
        <p:nvPicPr>
          <p:cNvPr id="39938" name="Picture 2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50" y="228600"/>
            <a:ext cx="1555750" cy="14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0" name="Picture 4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56332"/>
            <a:ext cx="1327150" cy="15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39806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25413" y="6492350"/>
            <a:ext cx="618587" cy="365650"/>
          </a:xfrm>
        </p:spPr>
        <p:txBody>
          <a:bodyPr/>
          <a:lstStyle>
            <a:lvl1pPr algn="ctr">
              <a:defRPr/>
            </a:lvl1pPr>
          </a:lstStyle>
          <a:p>
            <a:fld id="{6B8C2D3D-C878-45F6-BA2B-28A0B2D447D6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40962" name="Picture 2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03766"/>
            <a:ext cx="1676400" cy="177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89413"/>
            <a:ext cx="1460500" cy="20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623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0524A89-47B3-493A-883D-7F7367328DC8}" type="datetime1">
              <a:rPr lang="en-US" smtClean="0"/>
              <a:pPr/>
              <a:t>03/10/2018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D4A53E9-C14D-4642-8FBD-659B12A17E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36866" name="Picture 2" descr="https://lh4.googleusercontent.com/ucW8U24-mvyKB1AxsLxmtTfqrNYJmxVYi9QN3lDvV4of6U3WxEQKLvl5vZf4l7uKIeN75hoBD9JFuJrQsmEW3TRigCqEfg_A8KV8U-2HEd1gR3r9a-PX0goCxw1v0hJ8hM7KASirH-Y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8648" y="5987986"/>
            <a:ext cx="2435352" cy="87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tarahtech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tarahtech" TargetMode="External"/><Relationship Id="rId2" Type="http://schemas.openxmlformats.org/officeDocument/2006/relationships/hyperlink" Target="http://www.facebook.com/tarahtech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hyperlink" Target="https://www.google.co.in/url?sa=i&amp;rct=j&amp;q=&amp;esrc=s&amp;source=images&amp;cd=&amp;cad=rja&amp;uact=8&amp;ved=0ahUKEwj4ifqd1NnKAhURA44KHT5vAYoQjRwIBw&amp;url=https://www.youtube.com/watch?v=P18EdAKuC1U&amp;psig=AFQjCNEpe-COX847fqsnQYtWa_Nsfr17Gw&amp;ust=1454522375694871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33794" name="Picture 2" descr="https://lh4.googleusercontent.com/dFVuikkbiImzJ6vUnlnPNa8bhkRqe8OPRlwkckiUVFv9EzaOYAFhK3sRJvihc2w_cN6SN2pmj35O3Q-nQpYPJK8LY4lMY8R0QYOhAatGzWACFboVHFkrxtTQ5FUhj-2gb3BWcv-IKO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6" name="Picture 4" descr="https://lh4.googleusercontent.com/ucW8U24-mvyKB1AxsLxmtTfqrNYJmxVYi9QN3lDvV4of6U3WxEQKLvl5vZf4l7uKIeN75hoBD9JFuJrQsmEW3TRigCqEfg_A8KV8U-2HEd1gR3r9a-PX0goCxw1v0hJ8hM7KASirH-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6172200" cy="2204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3697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4818" name="Picture 2" descr="https://lh6.googleusercontent.com/KI61Brncvu7VOCcUCvf7o06IcKq8u6xQ7RB4vyqBlEfEa5GnNDA-ucGUguTQKlvF-R-1qiDoAu674qC_n_jVUQlJebxqXLKHDfqSS-GJBNL6NdFURQduOU8_wDts8osjqO_knXEv58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5336" y="27133"/>
            <a:ext cx="1355682" cy="684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820" name="Picture 4" descr="https://lh6.googleusercontent.com/RzpCUWdFjHvAA400KsCGDl1BpSKQEENZ8AsnF_LI5z0w2p2FNamijhubAqCnJs717ROnMxCNrd2K5qWyQJlnhObTeJk8GaKK9pySlB6g7iB_kt1gDK_iiVg1osoV_Yzm6DRYVoySMM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870" y="17060"/>
            <a:ext cx="682625" cy="684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19200" y="1524000"/>
            <a:ext cx="42672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AI </a:t>
            </a:r>
            <a:r>
              <a:rPr lang="en-US" sz="2800" dirty="0"/>
              <a:t>and Machine Learning : </a:t>
            </a:r>
            <a:r>
              <a:rPr lang="en-US" sz="2800" dirty="0" smtClean="0"/>
              <a:t>        Multi </a:t>
            </a:r>
            <a:r>
              <a:rPr lang="en-US" sz="2800" dirty="0"/>
              <a:t>Dimensional Perspectives</a:t>
            </a:r>
            <a:br>
              <a:rPr lang="en-US" sz="2800" dirty="0"/>
            </a:br>
            <a:r>
              <a:rPr lang="en-US" dirty="0" smtClean="0"/>
              <a:t>                        </a:t>
            </a:r>
            <a:r>
              <a:rPr lang="en-US" dirty="0" err="1" smtClean="0"/>
              <a:t>Dr</a:t>
            </a:r>
            <a:r>
              <a:rPr lang="en-US" dirty="0" smtClean="0"/>
              <a:t> </a:t>
            </a:r>
            <a:r>
              <a:rPr lang="en-US" dirty="0" err="1"/>
              <a:t>Srinivas</a:t>
            </a:r>
            <a:r>
              <a:rPr lang="en-US" dirty="0"/>
              <a:t> </a:t>
            </a:r>
            <a:r>
              <a:rPr lang="en-US" dirty="0" err="1"/>
              <a:t>Padmanabhuni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                                    CTO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                 </a:t>
            </a:r>
            <a:r>
              <a:rPr lang="en-US" dirty="0" err="1" smtClean="0"/>
              <a:t>Tarah</a:t>
            </a:r>
            <a:r>
              <a:rPr lang="en-US" dirty="0" smtClean="0"/>
              <a:t> </a:t>
            </a:r>
            <a:r>
              <a:rPr lang="en-US" dirty="0"/>
              <a:t>Technologies</a:t>
            </a:r>
            <a:br>
              <a:rPr lang="en-US" dirty="0"/>
            </a:br>
            <a:r>
              <a:rPr lang="en-US" dirty="0" smtClean="0"/>
              <a:t>                       </a:t>
            </a:r>
            <a:r>
              <a:rPr lang="en-US" dirty="0" smtClean="0">
                <a:hlinkClick r:id="rId4"/>
              </a:rPr>
              <a:t>http</a:t>
            </a:r>
            <a:r>
              <a:rPr lang="en-US" dirty="0">
                <a:hlinkClick r:id="rId4"/>
              </a:rPr>
              <a:t>://www.tarahtech.com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         </a:t>
            </a:r>
            <a:r>
              <a:rPr lang="en-US" sz="3200" dirty="0" smtClean="0"/>
              <a:t>http</a:t>
            </a:r>
            <a:r>
              <a:rPr lang="en-US" sz="3200" dirty="0"/>
              <a:t>://tarah.ai</a:t>
            </a:r>
            <a:br>
              <a:rPr lang="en-US" sz="3200" dirty="0"/>
            </a:br>
            <a:r>
              <a:rPr lang="en-US" sz="3200" dirty="0" smtClean="0"/>
              <a:t>                           </a:t>
            </a:r>
            <a:r>
              <a:rPr lang="en-US" dirty="0" smtClean="0"/>
              <a:t>Contact</a:t>
            </a:r>
            <a:r>
              <a:rPr lang="en-US" dirty="0"/>
              <a:t>: </a:t>
            </a:r>
            <a:endParaRPr lang="en-US" dirty="0" smtClean="0"/>
          </a:p>
          <a:p>
            <a:r>
              <a:rPr lang="en-US" sz="2400" dirty="0"/>
              <a:t> </a:t>
            </a:r>
            <a:r>
              <a:rPr lang="en-US" sz="2400" dirty="0" smtClean="0"/>
              <a:t>          </a:t>
            </a:r>
            <a:r>
              <a:rPr lang="en-US" sz="2400" dirty="0"/>
              <a:t>srinivas@tarahtech.com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28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About </a:t>
            </a:r>
            <a:r>
              <a:rPr lang="en-US" dirty="0" err="1" smtClean="0"/>
              <a:t>Tarah</a:t>
            </a:r>
            <a:r>
              <a:rPr lang="en-US" dirty="0" smtClean="0"/>
              <a:t> Technologies (Tarah.AI)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Tarah</a:t>
            </a:r>
            <a:r>
              <a:rPr lang="en-US" dirty="0" smtClean="0"/>
              <a:t> Technologies is a Big Data Consultancy firm focusing on</a:t>
            </a:r>
          </a:p>
          <a:p>
            <a:pPr lvl="2"/>
            <a:r>
              <a:rPr lang="en-US" dirty="0" smtClean="0"/>
              <a:t> Big Data</a:t>
            </a:r>
          </a:p>
          <a:p>
            <a:pPr lvl="2"/>
            <a:r>
              <a:rPr lang="en-US" dirty="0" smtClean="0"/>
              <a:t> Data Analytics</a:t>
            </a:r>
          </a:p>
          <a:p>
            <a:pPr lvl="2"/>
            <a:r>
              <a:rPr lang="en-US" dirty="0" smtClean="0"/>
              <a:t> 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Spark</a:t>
            </a:r>
          </a:p>
          <a:p>
            <a:pPr lvl="2"/>
            <a:r>
              <a:rPr lang="en-US" dirty="0" smtClean="0"/>
              <a:t>Machine Learning</a:t>
            </a:r>
          </a:p>
          <a:p>
            <a:pPr lvl="2"/>
            <a:r>
              <a:rPr lang="en-US" dirty="0" smtClean="0"/>
              <a:t>Artificial Intelligence</a:t>
            </a:r>
          </a:p>
          <a:p>
            <a:pPr lvl="2"/>
            <a:r>
              <a:rPr lang="en-US" dirty="0" smtClean="0"/>
              <a:t>Deep Learning</a:t>
            </a:r>
          </a:p>
          <a:p>
            <a:pPr lvl="2"/>
            <a:r>
              <a:rPr lang="en-US" dirty="0" smtClean="0"/>
              <a:t>Cloud Computing </a:t>
            </a:r>
          </a:p>
          <a:p>
            <a:pPr lvl="2"/>
            <a:r>
              <a:rPr lang="en-US" dirty="0" err="1" smtClean="0"/>
              <a:t>Docker</a:t>
            </a:r>
            <a:r>
              <a:rPr lang="en-US" dirty="0" smtClean="0"/>
              <a:t> &amp; Containers</a:t>
            </a:r>
          </a:p>
          <a:p>
            <a:pPr lvl="2"/>
            <a:r>
              <a:rPr lang="en-US" dirty="0" smtClean="0"/>
              <a:t>Software Packages including </a:t>
            </a:r>
            <a:r>
              <a:rPr lang="en-US" dirty="0" err="1" smtClean="0"/>
              <a:t>WeKA</a:t>
            </a:r>
            <a:r>
              <a:rPr lang="en-US" dirty="0" smtClean="0"/>
              <a:t>, R, Python </a:t>
            </a:r>
          </a:p>
          <a:p>
            <a:pPr lvl="2"/>
            <a:r>
              <a:rPr lang="en-US" dirty="0" smtClean="0"/>
              <a:t>Design Thinking</a:t>
            </a:r>
          </a:p>
          <a:p>
            <a:r>
              <a:rPr lang="en-US" dirty="0" smtClean="0"/>
              <a:t>We also specialize in CRM services including customization of</a:t>
            </a:r>
          </a:p>
          <a:p>
            <a:pPr lvl="2"/>
            <a:r>
              <a:rPr lang="en-US" dirty="0" err="1" smtClean="0"/>
              <a:t>Salesforce</a:t>
            </a:r>
            <a:r>
              <a:rPr lang="en-US" dirty="0" smtClean="0"/>
              <a:t> CRM, </a:t>
            </a:r>
          </a:p>
          <a:p>
            <a:pPr lvl="2"/>
            <a:r>
              <a:rPr lang="en-US" dirty="0" smtClean="0"/>
              <a:t> Open Source CRM </a:t>
            </a:r>
            <a:r>
              <a:rPr lang="en-US" dirty="0" err="1" smtClean="0"/>
              <a:t>softwares</a:t>
            </a:r>
            <a:r>
              <a:rPr lang="en-US" dirty="0" smtClean="0"/>
              <a:t> like </a:t>
            </a:r>
            <a:r>
              <a:rPr lang="en-US" dirty="0" err="1" smtClean="0"/>
              <a:t>SugarCRM</a:t>
            </a:r>
            <a:r>
              <a:rPr lang="en-US" dirty="0" smtClean="0"/>
              <a:t> and </a:t>
            </a:r>
            <a:r>
              <a:rPr lang="en-US" dirty="0" err="1" smtClean="0"/>
              <a:t>VTiger</a:t>
            </a:r>
            <a:r>
              <a:rPr lang="en-US" dirty="0" smtClean="0"/>
              <a:t>. </a:t>
            </a:r>
          </a:p>
        </p:txBody>
      </p:sp>
      <p:pic>
        <p:nvPicPr>
          <p:cNvPr id="35842" name="Picture 2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52400"/>
            <a:ext cx="1905000" cy="190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4" name="Picture 4" descr="https://lh4.googleusercontent.com/ZIVkVqQmr2s2voEae55SLFHbShekJJmkK8xCr8pE0Bym_I82SgivHFtSpSeqqu-jCbhYEImkL91VD3zbgd_xbLOKfDdVB2m603Dhrjo7gkvqEukxWXBn-A2u_GxsBsWSpyXEQDRx5I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33941"/>
            <a:ext cx="1673225" cy="190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6" name="Picture 6" descr="https://lh4.googleusercontent.com/ucW8U24-mvyKB1AxsLxmtTfqrNYJmxVYi9QN3lDvV4of6U3WxEQKLvl5vZf4l7uKIeN75hoBD9JFuJrQsmEW3TRigCqEfg_A8KV8U-2HEd1gR3r9a-PX0goCxw1v0hJ8hM7KASirH-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6014120"/>
            <a:ext cx="2362200" cy="84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857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Social Presence</a:t>
            </a:r>
            <a:endParaRPr lang="en-US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sz="3600" i="1" dirty="0" smtClean="0">
                <a:solidFill>
                  <a:srgbClr val="002060"/>
                </a:solidFill>
              </a:rPr>
              <a:t>1. </a:t>
            </a:r>
            <a:r>
              <a:rPr lang="en-US" sz="3600" i="1" dirty="0" err="1" smtClean="0">
                <a:solidFill>
                  <a:srgbClr val="002060"/>
                </a:solidFill>
              </a:rPr>
              <a:t>Facebook</a:t>
            </a:r>
            <a:r>
              <a:rPr lang="en-US" sz="3600" i="1" dirty="0" smtClean="0">
                <a:solidFill>
                  <a:srgbClr val="002060"/>
                </a:solidFill>
              </a:rPr>
              <a:t> </a:t>
            </a:r>
            <a:r>
              <a:rPr lang="en-US" sz="3600" i="1" dirty="0" smtClean="0">
                <a:solidFill>
                  <a:srgbClr val="002060"/>
                </a:solidFill>
                <a:sym typeface="Wingdings" pitchFamily="2" charset="2"/>
              </a:rPr>
              <a:t> </a:t>
            </a:r>
            <a:r>
              <a:rPr lang="en-US" sz="3600" i="1" dirty="0" smtClean="0">
                <a:solidFill>
                  <a:srgbClr val="002060"/>
                </a:solidFill>
                <a:sym typeface="Wingdings" pitchFamily="2" charset="2"/>
                <a:hlinkClick r:id="rId2"/>
              </a:rPr>
              <a:t>http://www.facebook.com/tarahtech</a:t>
            </a:r>
            <a:endParaRPr lang="en-US" sz="3600" i="1" dirty="0" smtClean="0">
              <a:solidFill>
                <a:srgbClr val="002060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US" sz="3600" i="1" dirty="0" smtClean="0">
                <a:solidFill>
                  <a:srgbClr val="002060"/>
                </a:solidFill>
                <a:sym typeface="Wingdings" pitchFamily="2" charset="2"/>
              </a:rPr>
              <a:t>2. Twitter  </a:t>
            </a:r>
            <a:r>
              <a:rPr lang="en-US" sz="3600" i="1" dirty="0" smtClean="0">
                <a:solidFill>
                  <a:srgbClr val="002060"/>
                </a:solidFill>
                <a:sym typeface="Wingdings" pitchFamily="2" charset="2"/>
                <a:hlinkClick r:id="rId3"/>
              </a:rPr>
              <a:t>http://www.twitter.com/tarahtech</a:t>
            </a:r>
            <a:endParaRPr lang="en-US" sz="3600" i="1" dirty="0" smtClean="0">
              <a:solidFill>
                <a:srgbClr val="002060"/>
              </a:solidFill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The famous example?</a:t>
            </a:r>
            <a:endParaRPr lang="en-IN" dirty="0"/>
          </a:p>
        </p:txBody>
      </p:sp>
      <p:pic>
        <p:nvPicPr>
          <p:cNvPr id="87042" name="Picture 2" descr="https://i.ytimg.com/vi/P18EdAKuC1U/maxresdefault.jpg">
            <a:hlinkClick r:id="rId2"/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5259" y="1752600"/>
            <a:ext cx="4993481" cy="37433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Yet Another one?</a:t>
            </a:r>
            <a:endParaRPr lang="en-IN" dirty="0"/>
          </a:p>
        </p:txBody>
      </p:sp>
      <p:pic>
        <p:nvPicPr>
          <p:cNvPr id="95234" name="Picture 2" descr="https://encrypted-tbn1.gstatic.com/images?q=tbn:ANd9GcQ3tQYIyClQ0ahI1N5AV60q7i0Rsg37wBMi4bTqYAJmZoqHdU2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600200"/>
            <a:ext cx="4364831" cy="417267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AI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2743200"/>
            <a:ext cx="8229600" cy="4389120"/>
          </a:xfrm>
        </p:spPr>
        <p:txBody>
          <a:bodyPr/>
          <a:lstStyle/>
          <a:p>
            <a:r>
              <a:rPr lang="en-IN" dirty="0" smtClean="0"/>
              <a:t>Wikipedia</a:t>
            </a:r>
          </a:p>
          <a:p>
            <a:pPr lvl="1"/>
            <a:r>
              <a:rPr lang="en-IN" dirty="0" smtClean="0"/>
              <a:t>“intelligence exhibited by machines”</a:t>
            </a:r>
          </a:p>
          <a:p>
            <a:pPr lvl="1"/>
            <a:endParaRPr lang="en-IN" dirty="0" smtClean="0"/>
          </a:p>
          <a:p>
            <a:endParaRPr lang="en-IN" dirty="0" smtClean="0"/>
          </a:p>
          <a:p>
            <a:pPr lvl="1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3 types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</p:nvPr>
        </p:nvGraphicFramePr>
        <p:xfrm>
          <a:off x="457200" y="1219200"/>
          <a:ext cx="8229600" cy="4937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 AM AI ?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Click on the video at </a:t>
            </a:r>
          </a:p>
          <a:p>
            <a:endParaRPr lang="en-IN" dirty="0" smtClean="0"/>
          </a:p>
          <a:p>
            <a:r>
              <a:rPr lang="en-IN" dirty="0" smtClean="0"/>
              <a:t>https://www.youtube.com/watch?v=SUNPrR4o5ZA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1143000"/>
          </a:xfrm>
        </p:spPr>
        <p:txBody>
          <a:bodyPr/>
          <a:lstStyle/>
          <a:p>
            <a:r>
              <a:rPr lang="en-US" dirty="0" smtClean="0"/>
              <a:t>AI Conundrum</a:t>
            </a:r>
            <a:endParaRPr lang="en-US" dirty="0"/>
          </a:p>
        </p:txBody>
      </p:sp>
      <p:graphicFrame>
        <p:nvGraphicFramePr>
          <p:cNvPr id="7" name="Diagram 6"/>
          <p:cNvGraphicFramePr/>
          <p:nvPr/>
        </p:nvGraphicFramePr>
        <p:xfrm>
          <a:off x="1524000" y="1397000"/>
          <a:ext cx="6705600" cy="454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918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19400"/>
            <a:ext cx="8229600" cy="1143000"/>
          </a:xfrm>
        </p:spPr>
        <p:txBody>
          <a:bodyPr>
            <a:normAutofit/>
          </a:bodyPr>
          <a:lstStyle/>
          <a:p>
            <a:r>
              <a:rPr lang="en-IN" dirty="0" smtClean="0"/>
              <a:t>Key empowering Technology: Machine Learning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Tarah Technologies, http://www.tarahtech.com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A53E9-C14D-4642-8FBD-659B12A17EF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Machine Learning Defined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1" y="2209800"/>
            <a:ext cx="8177213" cy="23574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 </a:t>
            </a:r>
            <a:r>
              <a:rPr lang="en-US" dirty="0"/>
              <a:t>computer</a:t>
            </a:r>
            <a:r>
              <a:rPr lang="en-US" b="1" dirty="0"/>
              <a:t> </a:t>
            </a:r>
            <a:r>
              <a:rPr lang="en-US" dirty="0"/>
              <a:t>program is said to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learn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from experience </a:t>
            </a:r>
            <a:r>
              <a:rPr lang="en-US" dirty="0" smtClean="0"/>
              <a:t>if </a:t>
            </a:r>
            <a:r>
              <a:rPr lang="en-US" dirty="0"/>
              <a:t>its performance at tasks </a:t>
            </a:r>
            <a:r>
              <a:rPr lang="en-US" i="1" dirty="0" smtClean="0">
                <a:solidFill>
                  <a:srgbClr val="FF0000"/>
                </a:solidFill>
              </a:rPr>
              <a:t>improves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with experience 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-Can be </a:t>
            </a:r>
            <a:r>
              <a:rPr lang="en-US" i="1" dirty="0" smtClean="0"/>
              <a:t>Unsupervised</a:t>
            </a:r>
            <a:r>
              <a:rPr lang="en-US" dirty="0" smtClean="0"/>
              <a:t>, or </a:t>
            </a:r>
            <a:r>
              <a:rPr lang="en-US" i="1" dirty="0" smtClean="0"/>
              <a:t>Supervised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88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The path of pursuit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73075" y="1143000"/>
          <a:ext cx="8177213" cy="49450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ML as a continuum of analytics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73075" y="1447800"/>
          <a:ext cx="8177213" cy="46402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/>
          </p:cNvSpPr>
          <p:nvPr/>
        </p:nvSpPr>
        <p:spPr>
          <a:xfrm>
            <a:off x="58929" y="143394"/>
            <a:ext cx="4940585" cy="367778"/>
          </a:xfrm>
          <a:prstGeom prst="rect">
            <a:avLst/>
          </a:prstGeom>
        </p:spPr>
        <p:txBody>
          <a:bodyPr lIns="66504" tIns="33252" rIns="66504" bIns="33252"/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700" b="1" dirty="0" smtClean="0">
                <a:solidFill>
                  <a:schemeClr val="bg1"/>
                </a:solidFill>
                <a:latin typeface="Helvetica LT" panose="02000503040000020004" pitchFamily="2" charset="0"/>
              </a:rPr>
              <a:t>USE CASES OF MACHINE LEARNING</a:t>
            </a:r>
            <a:endParaRPr lang="en-IN" sz="1700" b="1" dirty="0">
              <a:solidFill>
                <a:schemeClr val="bg1"/>
              </a:solidFill>
              <a:latin typeface="Helvetica LT" panose="02000503040000020004" pitchFamily="2" charset="0"/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>
            <a:off x="0" y="685800"/>
            <a:ext cx="5136510" cy="514659"/>
          </a:xfrm>
          <a:prstGeom prst="rect">
            <a:avLst/>
          </a:prstGeom>
        </p:spPr>
        <p:txBody>
          <a:bodyPr lIns="66504" tIns="33252" rIns="66504" bIns="33252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700" dirty="0" smtClean="0">
                <a:latin typeface="Helvetica LT" panose="02000503040000020004" pitchFamily="2" charset="0"/>
              </a:rPr>
              <a:t>BUSINESS USE CASES OF MACHINE LEARNING</a:t>
            </a:r>
            <a:endParaRPr lang="en-US" sz="1700" dirty="0">
              <a:latin typeface="Helvetica LT" panose="02000503040000020004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8929" y="1091900"/>
            <a:ext cx="635475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Diagram 8"/>
          <p:cNvGraphicFramePr/>
          <p:nvPr/>
        </p:nvGraphicFramePr>
        <p:xfrm>
          <a:off x="129100" y="1583767"/>
          <a:ext cx="8329100" cy="47453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423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Granular Machine Learning Tasks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3076" y="1219200"/>
            <a:ext cx="8177213" cy="4953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Predict if a customer transaction is a fraud one</a:t>
            </a:r>
          </a:p>
          <a:p>
            <a:r>
              <a:rPr lang="en-US" dirty="0" smtClean="0"/>
              <a:t>Predict who is high net worth customers</a:t>
            </a:r>
          </a:p>
          <a:p>
            <a:r>
              <a:rPr lang="en-US" dirty="0" smtClean="0"/>
              <a:t>In Search, which ad is relevant for the searcher</a:t>
            </a:r>
          </a:p>
          <a:p>
            <a:r>
              <a:rPr lang="en-US" dirty="0" smtClean="0"/>
              <a:t>Predicting buying patterns in e-commerce or retail</a:t>
            </a:r>
          </a:p>
          <a:p>
            <a:r>
              <a:rPr lang="en-US" dirty="0" smtClean="0"/>
              <a:t>Recognizing people in videos, for Security</a:t>
            </a:r>
          </a:p>
          <a:p>
            <a:r>
              <a:rPr lang="en-US" dirty="0" smtClean="0"/>
              <a:t>Automated Loan Underwriting</a:t>
            </a:r>
          </a:p>
          <a:p>
            <a:r>
              <a:rPr lang="en-US" dirty="0" smtClean="0"/>
              <a:t>Classification of Financial Documents</a:t>
            </a:r>
          </a:p>
          <a:p>
            <a:r>
              <a:rPr lang="en-US" dirty="0" smtClean="0"/>
              <a:t>Portfolio Optimization in Insurance and Financial Services</a:t>
            </a:r>
          </a:p>
          <a:p>
            <a:r>
              <a:rPr lang="en-US" dirty="0" smtClean="0"/>
              <a:t>Understand written texts, say old classics</a:t>
            </a:r>
          </a:p>
          <a:p>
            <a:r>
              <a:rPr lang="en-US" dirty="0" smtClean="0"/>
              <a:t>Recognizing speech as in Automation of Call Centre</a:t>
            </a:r>
          </a:p>
          <a:p>
            <a:r>
              <a:rPr lang="en-US" dirty="0" smtClean="0"/>
              <a:t>Separating </a:t>
            </a:r>
            <a:r>
              <a:rPr lang="en-US" dirty="0" err="1" smtClean="0"/>
              <a:t>HeadNotes</a:t>
            </a:r>
            <a:r>
              <a:rPr lang="en-US" dirty="0" smtClean="0"/>
              <a:t> in Legal Documents</a:t>
            </a:r>
          </a:p>
          <a:p>
            <a:r>
              <a:rPr lang="en-US" dirty="0" smtClean="0"/>
              <a:t>Recognizing an animal in </a:t>
            </a:r>
            <a:r>
              <a:rPr lang="en-US" dirty="0" err="1" smtClean="0"/>
              <a:t>Youtube</a:t>
            </a:r>
            <a:endParaRPr lang="en-US" dirty="0" smtClean="0"/>
          </a:p>
          <a:p>
            <a:r>
              <a:rPr lang="en-US" dirty="0" smtClean="0"/>
              <a:t>Finding obstacles and avoiding it in Robots</a:t>
            </a:r>
          </a:p>
          <a:p>
            <a:r>
              <a:rPr lang="en-US" dirty="0" smtClean="0"/>
              <a:t>Pinpoint Breast cancer occurrence to guide Doctors</a:t>
            </a:r>
          </a:p>
          <a:p>
            <a:r>
              <a:rPr lang="en-US" dirty="0" smtClean="0"/>
              <a:t>Understand Dementia Patients and Guiding them to the context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95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Machine Learning Use Cases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3076" y="1219200"/>
            <a:ext cx="8177213" cy="4572000"/>
          </a:xfrm>
        </p:spPr>
        <p:txBody>
          <a:bodyPr>
            <a:noAutofit/>
          </a:bodyPr>
          <a:lstStyle/>
          <a:p>
            <a:r>
              <a:rPr lang="en-US" sz="2000" dirty="0" smtClean="0"/>
              <a:t>Robotics (Manufacturing, High Tech)</a:t>
            </a:r>
          </a:p>
          <a:p>
            <a:r>
              <a:rPr lang="en-US" sz="2000" dirty="0" smtClean="0"/>
              <a:t>Autonomous vehicles (Transportation, Logistics)</a:t>
            </a:r>
          </a:p>
          <a:p>
            <a:r>
              <a:rPr lang="en-US" sz="2000" dirty="0" smtClean="0"/>
              <a:t>Speech recognition (Financial Services, BPO)</a:t>
            </a:r>
          </a:p>
          <a:p>
            <a:r>
              <a:rPr lang="en-US" sz="2000" dirty="0" smtClean="0"/>
              <a:t>Language recognition (Publishing, Media, Healthcare, Social Media)</a:t>
            </a:r>
          </a:p>
          <a:p>
            <a:r>
              <a:rPr lang="en-US" sz="2000" dirty="0" smtClean="0"/>
              <a:t>Diagnostics (Healthcare,  MRO, Manufacturing)</a:t>
            </a:r>
          </a:p>
          <a:p>
            <a:r>
              <a:rPr lang="en-US" sz="2000" dirty="0" smtClean="0"/>
              <a:t>Recommendation Systems (Retail, e-commerce, Healthcare)</a:t>
            </a:r>
          </a:p>
          <a:p>
            <a:r>
              <a:rPr lang="en-US" sz="2000" dirty="0" smtClean="0"/>
              <a:t>Web Scale Analytics (All verticals)</a:t>
            </a:r>
          </a:p>
          <a:p>
            <a:r>
              <a:rPr lang="en-US" sz="2000" dirty="0" smtClean="0"/>
              <a:t>Customer Insights (All verticals)</a:t>
            </a:r>
          </a:p>
          <a:p>
            <a:r>
              <a:rPr lang="en-US" sz="2000" dirty="0" smtClean="0"/>
              <a:t>Fraud Detection (Financial Services, Banking, Insurance, Healthcare)</a:t>
            </a:r>
          </a:p>
          <a:p>
            <a:r>
              <a:rPr lang="en-US" sz="2000" dirty="0" smtClean="0"/>
              <a:t>Vision (Robotics, Transportation, Healthcare)</a:t>
            </a:r>
            <a:endParaRPr lang="en-US" sz="2000" dirty="0"/>
          </a:p>
          <a:p>
            <a:r>
              <a:rPr lang="en-US" sz="2000" dirty="0" smtClean="0"/>
              <a:t>Software Analytics (IT)</a:t>
            </a:r>
          </a:p>
          <a:p>
            <a:r>
              <a:rPr lang="en-US" sz="2000" dirty="0" smtClean="0"/>
              <a:t>IT Service Automation (IT Services, BPO)</a:t>
            </a:r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5463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514600"/>
            <a:ext cx="8145462" cy="609600"/>
          </a:xfrm>
        </p:spPr>
        <p:txBody>
          <a:bodyPr/>
          <a:lstStyle/>
          <a:p>
            <a:r>
              <a:rPr lang="en-IN" dirty="0" smtClean="0"/>
              <a:t>Types of Machine Learning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/>
          <p:cNvSpPr txBox="1">
            <a:spLocks/>
          </p:cNvSpPr>
          <p:nvPr/>
        </p:nvSpPr>
        <p:spPr>
          <a:xfrm>
            <a:off x="58929" y="143394"/>
            <a:ext cx="4940585" cy="367778"/>
          </a:xfrm>
          <a:prstGeom prst="rect">
            <a:avLst/>
          </a:prstGeom>
        </p:spPr>
        <p:txBody>
          <a:bodyPr lIns="66504" tIns="33252" rIns="66504" bIns="33252"/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 panose="020B0604020202020204" pitchFamily="34" charset="0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700" b="1" dirty="0" smtClean="0">
                <a:solidFill>
                  <a:schemeClr val="bg1"/>
                </a:solidFill>
                <a:latin typeface="Helvetica LT" panose="02000503040000020004" pitchFamily="2" charset="0"/>
              </a:rPr>
              <a:t>SPECTRUM OF MACHINE LEARNING</a:t>
            </a:r>
            <a:endParaRPr lang="en-IN" sz="1700" b="1" dirty="0">
              <a:solidFill>
                <a:schemeClr val="bg1"/>
              </a:solidFill>
              <a:latin typeface="Helvetica LT" panose="02000503040000020004" pitchFamily="2" charset="0"/>
            </a:endParaRPr>
          </a:p>
        </p:txBody>
      </p:sp>
      <p:grpSp>
        <p:nvGrpSpPr>
          <p:cNvPr id="11" name="Group 14"/>
          <p:cNvGrpSpPr/>
          <p:nvPr/>
        </p:nvGrpSpPr>
        <p:grpSpPr>
          <a:xfrm>
            <a:off x="2362200" y="3200400"/>
            <a:ext cx="2073944" cy="2101781"/>
            <a:chOff x="2851444" y="1751584"/>
            <a:chExt cx="1903360" cy="1545279"/>
          </a:xfrm>
        </p:grpSpPr>
        <p:grpSp>
          <p:nvGrpSpPr>
            <p:cNvPr id="15" name="Group 15"/>
            <p:cNvGrpSpPr/>
            <p:nvPr/>
          </p:nvGrpSpPr>
          <p:grpSpPr>
            <a:xfrm>
              <a:off x="3078480" y="1925263"/>
              <a:ext cx="1676324" cy="1371600"/>
              <a:chOff x="5105400" y="1372661"/>
              <a:chExt cx="1676324" cy="1371600"/>
            </a:xfrm>
          </p:grpSpPr>
          <p:grpSp>
            <p:nvGrpSpPr>
              <p:cNvPr id="19" name="Group 24"/>
              <p:cNvGrpSpPr/>
              <p:nvPr/>
            </p:nvGrpSpPr>
            <p:grpSpPr>
              <a:xfrm>
                <a:off x="5105400" y="1372661"/>
                <a:ext cx="1676324" cy="1371600"/>
                <a:chOff x="4678756" y="1155819"/>
                <a:chExt cx="1676324" cy="1371600"/>
              </a:xfrm>
              <a:effectLst>
                <a:outerShdw blurRad="101600" dist="76200" dir="5400000" algn="t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27" name="Flowchart: Decision 26"/>
                <p:cNvSpPr/>
                <p:nvPr/>
              </p:nvSpPr>
              <p:spPr>
                <a:xfrm>
                  <a:off x="4678756" y="1155819"/>
                  <a:ext cx="1676324" cy="1371600"/>
                </a:xfrm>
                <a:prstGeom prst="flowChartDecision">
                  <a:avLst/>
                </a:prstGeom>
                <a:solidFill>
                  <a:schemeClr val="tx1">
                    <a:lumMod val="75000"/>
                  </a:schemeClr>
                </a:solidFill>
                <a:ln>
                  <a:solidFill>
                    <a:schemeClr val="tx1">
                      <a:lumMod val="50000"/>
                    </a:schemeClr>
                  </a:solidFill>
                </a:ln>
                <a:scene3d>
                  <a:camera prst="isometricOffAxis2Top">
                    <a:rot lat="18940202" lon="20958477" rev="561734"/>
                  </a:camera>
                  <a:lightRig rig="threePt" dir="t"/>
                </a:scene3d>
                <a:sp3d>
                  <a:bevelT w="0" h="0"/>
                  <a:bevelB w="0" h="3302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" name="Flowchart: Decision 9"/>
                <p:cNvSpPr/>
                <p:nvPr/>
              </p:nvSpPr>
              <p:spPr>
                <a:xfrm>
                  <a:off x="4687091" y="1811983"/>
                  <a:ext cx="1631725" cy="504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3386" h="458252">
                      <a:moveTo>
                        <a:pt x="1442033" y="0"/>
                      </a:moveTo>
                      <a:lnTo>
                        <a:pt x="1483386" y="22394"/>
                      </a:lnTo>
                      <a:lnTo>
                        <a:pt x="828035" y="458252"/>
                      </a:lnTo>
                      <a:lnTo>
                        <a:pt x="0" y="63086"/>
                      </a:lnTo>
                      <a:lnTo>
                        <a:pt x="49993" y="31250"/>
                      </a:lnTo>
                      <a:lnTo>
                        <a:pt x="833110" y="40498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26" name="Flowchart: Decision 9"/>
              <p:cNvSpPr/>
              <p:nvPr/>
            </p:nvSpPr>
            <p:spPr>
              <a:xfrm>
                <a:off x="5199301" y="2032237"/>
                <a:ext cx="1483386" cy="442457"/>
              </a:xfrm>
              <a:custGeom>
                <a:avLst/>
                <a:gdLst/>
                <a:ahLst/>
                <a:cxnLst/>
                <a:rect l="l" t="t" r="r" b="b"/>
                <a:pathLst>
                  <a:path w="1483386" h="442457">
                    <a:moveTo>
                      <a:pt x="1471201" y="0"/>
                    </a:moveTo>
                    <a:lnTo>
                      <a:pt x="1483386" y="6599"/>
                    </a:lnTo>
                    <a:lnTo>
                      <a:pt x="828035" y="442457"/>
                    </a:lnTo>
                    <a:lnTo>
                      <a:pt x="0" y="47291"/>
                    </a:lnTo>
                    <a:lnTo>
                      <a:pt x="9942" y="40960"/>
                    </a:lnTo>
                    <a:lnTo>
                      <a:pt x="824860" y="429866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alpha val="5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20" name="Group 16"/>
            <p:cNvGrpSpPr/>
            <p:nvPr/>
          </p:nvGrpSpPr>
          <p:grpSpPr>
            <a:xfrm>
              <a:off x="2851444" y="1751584"/>
              <a:ext cx="1530838" cy="1138094"/>
              <a:chOff x="4878364" y="1198982"/>
              <a:chExt cx="1530838" cy="1138094"/>
            </a:xfrm>
          </p:grpSpPr>
          <p:sp>
            <p:nvSpPr>
              <p:cNvPr id="22" name="Oval 21"/>
              <p:cNvSpPr/>
              <p:nvPr/>
            </p:nvSpPr>
            <p:spPr>
              <a:xfrm rot="19359721">
                <a:off x="4906231" y="1198982"/>
                <a:ext cx="1202576" cy="1138094"/>
              </a:xfrm>
              <a:prstGeom prst="ellipse">
                <a:avLst/>
              </a:prstGeom>
              <a:gradFill flip="none" rotWithShape="1">
                <a:gsLst>
                  <a:gs pos="63000">
                    <a:srgbClr val="219CD7"/>
                  </a:gs>
                  <a:gs pos="8000">
                    <a:schemeClr val="bg1">
                      <a:lumMod val="95000"/>
                    </a:schemeClr>
                  </a:gs>
                  <a:gs pos="47000">
                    <a:srgbClr val="47BAEB"/>
                  </a:gs>
                  <a:gs pos="91000">
                    <a:srgbClr val="21409A"/>
                  </a:gs>
                  <a:gs pos="73000">
                    <a:srgbClr val="007CC3"/>
                  </a:gs>
                  <a:gs pos="30000">
                    <a:srgbClr val="85C2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  <a:effectLst>
                <a:outerShdw blurRad="241300" dist="558800" dir="5400000" sx="60000" sy="60000" algn="t" rotWithShape="0">
                  <a:prstClr val="black">
                    <a:alpha val="5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4878364" y="1303557"/>
                <a:ext cx="898021" cy="890506"/>
              </a:xfrm>
              <a:prstGeom prst="ellipse">
                <a:avLst/>
              </a:prstGeom>
              <a:gradFill flip="none" rotWithShape="1">
                <a:gsLst>
                  <a:gs pos="73000">
                    <a:schemeClr val="bg1">
                      <a:lumMod val="95000"/>
                      <a:alpha val="7000"/>
                    </a:schemeClr>
                  </a:gs>
                  <a:gs pos="0">
                    <a:schemeClr val="bg1">
                      <a:alpha val="23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878364" y="1527653"/>
                <a:ext cx="1530838" cy="256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b="1" dirty="0" smtClean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Unsupervised</a:t>
                </a:r>
              </a:p>
            </p:txBody>
          </p:sp>
        </p:grpSp>
      </p:grpSp>
      <p:grpSp>
        <p:nvGrpSpPr>
          <p:cNvPr id="31" name="Group 34"/>
          <p:cNvGrpSpPr/>
          <p:nvPr/>
        </p:nvGrpSpPr>
        <p:grpSpPr>
          <a:xfrm>
            <a:off x="3694062" y="1959975"/>
            <a:ext cx="4241765" cy="1431563"/>
            <a:chOff x="3657600" y="1321020"/>
            <a:chExt cx="3124200" cy="1052519"/>
          </a:xfrm>
        </p:grpSpPr>
        <p:sp>
          <p:nvSpPr>
            <p:cNvPr id="40" name="Rounded Rectangle 39"/>
            <p:cNvSpPr/>
            <p:nvPr/>
          </p:nvSpPr>
          <p:spPr>
            <a:xfrm>
              <a:off x="3657600" y="1321083"/>
              <a:ext cx="3124200" cy="1052456"/>
            </a:xfrm>
            <a:prstGeom prst="roundRect">
              <a:avLst>
                <a:gd name="adj" fmla="val 11929"/>
              </a:avLst>
            </a:prstGeom>
            <a:gradFill flip="none" rotWithShape="1">
              <a:gsLst>
                <a:gs pos="417">
                  <a:schemeClr val="bg1"/>
                </a:gs>
                <a:gs pos="24000">
                  <a:schemeClr val="bg1">
                    <a:lumMod val="95000"/>
                  </a:schemeClr>
                </a:gs>
                <a:gs pos="48000">
                  <a:schemeClr val="bg1">
                    <a:lumMod val="9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solidFill>
                <a:srgbClr val="47BAE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657600" y="1321020"/>
              <a:ext cx="2819400" cy="253916"/>
            </a:xfrm>
            <a:prstGeom prst="rect">
              <a:avLst/>
            </a:prstGeom>
            <a:gradFill flip="none" rotWithShape="1">
              <a:gsLst>
                <a:gs pos="100000">
                  <a:srgbClr val="47BAEB"/>
                </a:gs>
                <a:gs pos="11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Supervised</a:t>
              </a:r>
              <a:endPara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808992" y="1623612"/>
              <a:ext cx="2935014" cy="689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 human builds a classifier based on </a:t>
              </a:r>
              <a:r>
                <a:rPr lang="en-US" sz="900" dirty="0" err="1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labelled</a:t>
              </a:r>
              <a:r>
                <a:rPr lang="en-US" sz="9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input </a:t>
              </a:r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and output data</a:t>
              </a:r>
            </a:p>
            <a:p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That classifier is trained with a training set of data</a:t>
              </a:r>
            </a:p>
            <a:p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That classifier is tested with a test set of data</a:t>
              </a:r>
            </a:p>
            <a:p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Deployment if the output is satisfactory</a:t>
              </a:r>
            </a:p>
          </p:txBody>
        </p:sp>
      </p:grpSp>
      <p:grpSp>
        <p:nvGrpSpPr>
          <p:cNvPr id="35" name="Group 38"/>
          <p:cNvGrpSpPr/>
          <p:nvPr/>
        </p:nvGrpSpPr>
        <p:grpSpPr>
          <a:xfrm>
            <a:off x="3802936" y="3253593"/>
            <a:ext cx="4088275" cy="1431563"/>
            <a:chOff x="3657600" y="1321020"/>
            <a:chExt cx="3124200" cy="1052519"/>
          </a:xfrm>
        </p:grpSpPr>
        <p:sp>
          <p:nvSpPr>
            <p:cNvPr id="44" name="Rounded Rectangle 43"/>
            <p:cNvSpPr/>
            <p:nvPr/>
          </p:nvSpPr>
          <p:spPr>
            <a:xfrm>
              <a:off x="3657600" y="1321083"/>
              <a:ext cx="3124200" cy="1052456"/>
            </a:xfrm>
            <a:prstGeom prst="roundRect">
              <a:avLst>
                <a:gd name="adj" fmla="val 11929"/>
              </a:avLst>
            </a:prstGeom>
            <a:gradFill flip="none" rotWithShape="1">
              <a:gsLst>
                <a:gs pos="417">
                  <a:schemeClr val="bg1"/>
                </a:gs>
                <a:gs pos="24000">
                  <a:schemeClr val="bg1">
                    <a:lumMod val="95000"/>
                  </a:schemeClr>
                </a:gs>
                <a:gs pos="48000">
                  <a:schemeClr val="bg1">
                    <a:lumMod val="9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solidFill>
                <a:srgbClr val="47BAE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3657600" y="1321020"/>
              <a:ext cx="2819400" cy="253916"/>
            </a:xfrm>
            <a:prstGeom prst="rect">
              <a:avLst/>
            </a:prstGeom>
            <a:gradFill flip="none" rotWithShape="1">
              <a:gsLst>
                <a:gs pos="100000">
                  <a:srgbClr val="47BAEB"/>
                </a:gs>
                <a:gs pos="11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Unsupervised</a:t>
              </a:r>
              <a:endPara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694386" y="1623612"/>
              <a:ext cx="3087414" cy="446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No notion of labeling of data, No output variable.</a:t>
              </a:r>
            </a:p>
            <a:p>
              <a:r>
                <a:rPr lang="en-US" sz="9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Detection of patterns/associations/features etc.</a:t>
              </a:r>
            </a:p>
            <a:p>
              <a:endParaRPr lang="en-US" sz="9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9" name="Group 42"/>
          <p:cNvGrpSpPr/>
          <p:nvPr/>
        </p:nvGrpSpPr>
        <p:grpSpPr>
          <a:xfrm>
            <a:off x="3733654" y="4628060"/>
            <a:ext cx="4267345" cy="1925140"/>
            <a:chOff x="3657601" y="1297839"/>
            <a:chExt cx="3882062" cy="1101510"/>
          </a:xfrm>
        </p:grpSpPr>
        <p:sp>
          <p:nvSpPr>
            <p:cNvPr id="48" name="Rounded Rectangle 47"/>
            <p:cNvSpPr/>
            <p:nvPr/>
          </p:nvSpPr>
          <p:spPr>
            <a:xfrm>
              <a:off x="3657601" y="1321083"/>
              <a:ext cx="3882062" cy="1078266"/>
            </a:xfrm>
            <a:prstGeom prst="roundRect">
              <a:avLst>
                <a:gd name="adj" fmla="val 11929"/>
              </a:avLst>
            </a:prstGeom>
            <a:gradFill flip="none" rotWithShape="1">
              <a:gsLst>
                <a:gs pos="417">
                  <a:schemeClr val="bg1"/>
                </a:gs>
                <a:gs pos="24000">
                  <a:schemeClr val="bg1">
                    <a:lumMod val="95000"/>
                  </a:schemeClr>
                </a:gs>
                <a:gs pos="48000">
                  <a:schemeClr val="bg1">
                    <a:lumMod val="9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 w="6350">
              <a:solidFill>
                <a:srgbClr val="47BAE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3676460" y="1297839"/>
              <a:ext cx="2819400" cy="253916"/>
            </a:xfrm>
            <a:prstGeom prst="rect">
              <a:avLst/>
            </a:prstGeom>
            <a:gradFill flip="none" rotWithShape="1">
              <a:gsLst>
                <a:gs pos="100000">
                  <a:srgbClr val="47BAEB"/>
                </a:gs>
                <a:gs pos="11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b="1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Reinforcement</a:t>
              </a:r>
              <a:endParaRPr lang="en-US" sz="1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694387" y="1623612"/>
              <a:ext cx="3845276" cy="6311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That </a:t>
              </a:r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algorithm presents a state dependent on the input data in which a user rewards or punishes the algorithm the via action the user took, this continues over time</a:t>
              </a:r>
            </a:p>
            <a:p>
              <a:r>
                <a:rPr lang="en-US" sz="9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That algorithm learns from the reward/punishment and updates itself, this </a:t>
              </a:r>
              <a:r>
                <a:rPr lang="en-US" sz="900" dirty="0" smtClean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continues as it moves towards the goal. Commonly used by Robots to drive towards the goal.</a:t>
              </a:r>
              <a:endParaRPr lang="en-US" sz="9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51" name="Straight Connector 50"/>
          <p:cNvCxnSpPr/>
          <p:nvPr/>
        </p:nvCxnSpPr>
        <p:spPr>
          <a:xfrm>
            <a:off x="2711957" y="2246868"/>
            <a:ext cx="2120615" cy="24908"/>
          </a:xfrm>
          <a:prstGeom prst="line">
            <a:avLst/>
          </a:prstGeom>
          <a:ln>
            <a:solidFill>
              <a:srgbClr val="6D6E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535304" y="3618819"/>
            <a:ext cx="984226" cy="1588"/>
          </a:xfrm>
          <a:prstGeom prst="line">
            <a:avLst/>
          </a:prstGeom>
          <a:ln>
            <a:solidFill>
              <a:srgbClr val="6D6E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2457182" y="4916609"/>
            <a:ext cx="2507373" cy="21676"/>
          </a:xfrm>
          <a:prstGeom prst="line">
            <a:avLst/>
          </a:prstGeom>
          <a:ln>
            <a:solidFill>
              <a:srgbClr val="6D6E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71"/>
          <p:cNvGrpSpPr/>
          <p:nvPr/>
        </p:nvGrpSpPr>
        <p:grpSpPr>
          <a:xfrm>
            <a:off x="1828800" y="1295400"/>
            <a:ext cx="1826560" cy="2107630"/>
            <a:chOff x="1828800" y="731283"/>
            <a:chExt cx="1676324" cy="1549580"/>
          </a:xfrm>
        </p:grpSpPr>
        <p:grpSp>
          <p:nvGrpSpPr>
            <p:cNvPr id="47" name="Group 72"/>
            <p:cNvGrpSpPr/>
            <p:nvPr/>
          </p:nvGrpSpPr>
          <p:grpSpPr>
            <a:xfrm>
              <a:off x="1828800" y="909263"/>
              <a:ext cx="1676324" cy="1371600"/>
              <a:chOff x="5105400" y="1372661"/>
              <a:chExt cx="1676324" cy="1371600"/>
            </a:xfrm>
          </p:grpSpPr>
          <p:grpSp>
            <p:nvGrpSpPr>
              <p:cNvPr id="54" name="Group 77"/>
              <p:cNvGrpSpPr/>
              <p:nvPr/>
            </p:nvGrpSpPr>
            <p:grpSpPr>
              <a:xfrm>
                <a:off x="5105400" y="1372661"/>
                <a:ext cx="1676324" cy="1371600"/>
                <a:chOff x="4678756" y="1155819"/>
                <a:chExt cx="1676324" cy="1371600"/>
              </a:xfrm>
              <a:effectLst>
                <a:outerShdw blurRad="101600" dist="76200" dir="5400000" algn="t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62" name="Flowchart: Decision 61"/>
                <p:cNvSpPr/>
                <p:nvPr/>
              </p:nvSpPr>
              <p:spPr>
                <a:xfrm>
                  <a:off x="4678756" y="1155819"/>
                  <a:ext cx="1676324" cy="1371600"/>
                </a:xfrm>
                <a:prstGeom prst="flowChartDecision">
                  <a:avLst/>
                </a:prstGeom>
                <a:solidFill>
                  <a:schemeClr val="tx1">
                    <a:lumMod val="75000"/>
                  </a:schemeClr>
                </a:solidFill>
                <a:ln>
                  <a:solidFill>
                    <a:schemeClr val="tx1">
                      <a:lumMod val="50000"/>
                    </a:schemeClr>
                  </a:solidFill>
                </a:ln>
                <a:scene3d>
                  <a:camera prst="isometricOffAxis2Top">
                    <a:rot lat="18940202" lon="20958477" rev="561734"/>
                  </a:camera>
                  <a:lightRig rig="threePt" dir="t"/>
                </a:scene3d>
                <a:sp3d>
                  <a:bevelT w="0" h="0"/>
                  <a:bevelB w="0" h="3302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63" name="Flowchart: Decision 9"/>
                <p:cNvSpPr/>
                <p:nvPr/>
              </p:nvSpPr>
              <p:spPr>
                <a:xfrm>
                  <a:off x="4687091" y="1811983"/>
                  <a:ext cx="1631725" cy="504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3386" h="458252">
                      <a:moveTo>
                        <a:pt x="1442033" y="0"/>
                      </a:moveTo>
                      <a:lnTo>
                        <a:pt x="1483386" y="22394"/>
                      </a:lnTo>
                      <a:lnTo>
                        <a:pt x="828035" y="458252"/>
                      </a:lnTo>
                      <a:lnTo>
                        <a:pt x="0" y="63086"/>
                      </a:lnTo>
                      <a:lnTo>
                        <a:pt x="49993" y="31250"/>
                      </a:lnTo>
                      <a:lnTo>
                        <a:pt x="833110" y="40498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61" name="Flowchart: Decision 9"/>
              <p:cNvSpPr/>
              <p:nvPr/>
            </p:nvSpPr>
            <p:spPr>
              <a:xfrm>
                <a:off x="5199301" y="2032237"/>
                <a:ext cx="1483386" cy="442457"/>
              </a:xfrm>
              <a:custGeom>
                <a:avLst/>
                <a:gdLst/>
                <a:ahLst/>
                <a:cxnLst/>
                <a:rect l="l" t="t" r="r" b="b"/>
                <a:pathLst>
                  <a:path w="1483386" h="442457">
                    <a:moveTo>
                      <a:pt x="1471201" y="0"/>
                    </a:moveTo>
                    <a:lnTo>
                      <a:pt x="1483386" y="6599"/>
                    </a:lnTo>
                    <a:lnTo>
                      <a:pt x="828035" y="442457"/>
                    </a:lnTo>
                    <a:lnTo>
                      <a:pt x="0" y="47291"/>
                    </a:lnTo>
                    <a:lnTo>
                      <a:pt x="9942" y="40960"/>
                    </a:lnTo>
                    <a:lnTo>
                      <a:pt x="824860" y="429866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alpha val="5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55" name="Group 73"/>
            <p:cNvGrpSpPr/>
            <p:nvPr/>
          </p:nvGrpSpPr>
          <p:grpSpPr>
            <a:xfrm>
              <a:off x="2069942" y="731283"/>
              <a:ext cx="1308586" cy="1099505"/>
              <a:chOff x="5346542" y="1194681"/>
              <a:chExt cx="1308586" cy="1099505"/>
            </a:xfrm>
          </p:grpSpPr>
          <p:sp>
            <p:nvSpPr>
              <p:cNvPr id="57" name="Oval 56"/>
              <p:cNvSpPr/>
              <p:nvPr/>
            </p:nvSpPr>
            <p:spPr>
              <a:xfrm rot="19359721">
                <a:off x="5346542" y="1194681"/>
                <a:ext cx="1151657" cy="1099505"/>
              </a:xfrm>
              <a:prstGeom prst="ellipse">
                <a:avLst/>
              </a:prstGeom>
              <a:gradFill flip="none" rotWithShape="1">
                <a:gsLst>
                  <a:gs pos="63000">
                    <a:srgbClr val="219CD7"/>
                  </a:gs>
                  <a:gs pos="8000">
                    <a:schemeClr val="bg1">
                      <a:lumMod val="95000"/>
                    </a:schemeClr>
                  </a:gs>
                  <a:gs pos="47000">
                    <a:srgbClr val="47BAEB"/>
                  </a:gs>
                  <a:gs pos="91000">
                    <a:srgbClr val="21409A"/>
                  </a:gs>
                  <a:gs pos="73000">
                    <a:srgbClr val="007CC3"/>
                  </a:gs>
                  <a:gs pos="30000">
                    <a:srgbClr val="85C2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  <a:effectLst>
                <a:outerShdw blurRad="241300" dist="558800" dir="5400000" sx="60000" sy="60000" algn="t" rotWithShape="0">
                  <a:prstClr val="black">
                    <a:alpha val="5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5397805" y="1288643"/>
                <a:ext cx="957276" cy="899348"/>
              </a:xfrm>
              <a:prstGeom prst="ellipse">
                <a:avLst/>
              </a:prstGeom>
              <a:gradFill flip="none" rotWithShape="1">
                <a:gsLst>
                  <a:gs pos="73000">
                    <a:schemeClr val="bg1">
                      <a:lumMod val="95000"/>
                      <a:alpha val="7000"/>
                    </a:schemeClr>
                  </a:gs>
                  <a:gs pos="0">
                    <a:schemeClr val="bg1">
                      <a:alpha val="23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5367641" y="1556279"/>
                <a:ext cx="1287487" cy="256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b="1" dirty="0" smtClean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Supervised</a:t>
                </a:r>
                <a:endParaRPr lang="en-US" sz="2000" b="1" dirty="0" smtClean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56" name="Group 81"/>
          <p:cNvGrpSpPr/>
          <p:nvPr/>
        </p:nvGrpSpPr>
        <p:grpSpPr>
          <a:xfrm>
            <a:off x="1752600" y="4800600"/>
            <a:ext cx="1940407" cy="2057400"/>
            <a:chOff x="1981276" y="2722055"/>
            <a:chExt cx="1780807" cy="1672297"/>
          </a:xfrm>
        </p:grpSpPr>
        <p:grpSp>
          <p:nvGrpSpPr>
            <p:cNvPr id="60" name="Group 82"/>
            <p:cNvGrpSpPr/>
            <p:nvPr/>
          </p:nvGrpSpPr>
          <p:grpSpPr>
            <a:xfrm>
              <a:off x="1981276" y="3022752"/>
              <a:ext cx="1676324" cy="1371600"/>
              <a:chOff x="5105400" y="1372661"/>
              <a:chExt cx="1676324" cy="1371600"/>
            </a:xfrm>
          </p:grpSpPr>
          <p:grpSp>
            <p:nvGrpSpPr>
              <p:cNvPr id="64" name="Group 87"/>
              <p:cNvGrpSpPr/>
              <p:nvPr/>
            </p:nvGrpSpPr>
            <p:grpSpPr>
              <a:xfrm>
                <a:off x="5105400" y="1372661"/>
                <a:ext cx="1676324" cy="1371600"/>
                <a:chOff x="4678756" y="1155819"/>
                <a:chExt cx="1676324" cy="1371600"/>
              </a:xfrm>
              <a:effectLst>
                <a:outerShdw blurRad="101600" dist="76200" dir="5400000" algn="t" rotWithShape="0">
                  <a:prstClr val="black">
                    <a:alpha val="50000"/>
                  </a:prstClr>
                </a:outerShdw>
              </a:effectLst>
            </p:grpSpPr>
            <p:sp>
              <p:nvSpPr>
                <p:cNvPr id="72" name="Flowchart: Decision 71"/>
                <p:cNvSpPr/>
                <p:nvPr/>
              </p:nvSpPr>
              <p:spPr>
                <a:xfrm>
                  <a:off x="4678756" y="1155819"/>
                  <a:ext cx="1676324" cy="1371600"/>
                </a:xfrm>
                <a:prstGeom prst="flowChartDecision">
                  <a:avLst/>
                </a:prstGeom>
                <a:solidFill>
                  <a:schemeClr val="tx1">
                    <a:lumMod val="75000"/>
                  </a:schemeClr>
                </a:solidFill>
                <a:ln>
                  <a:solidFill>
                    <a:schemeClr val="tx1">
                      <a:lumMod val="50000"/>
                    </a:schemeClr>
                  </a:solidFill>
                </a:ln>
                <a:scene3d>
                  <a:camera prst="isometricOffAxis2Top">
                    <a:rot lat="18940202" lon="20958477" rev="561734"/>
                  </a:camera>
                  <a:lightRig rig="threePt" dir="t"/>
                </a:scene3d>
                <a:sp3d>
                  <a:bevelT w="0" h="0"/>
                  <a:bevelB w="0" h="3302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73" name="Flowchart: Decision 9"/>
                <p:cNvSpPr/>
                <p:nvPr/>
              </p:nvSpPr>
              <p:spPr>
                <a:xfrm>
                  <a:off x="4687091" y="1811983"/>
                  <a:ext cx="1631725" cy="5040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3386" h="458252">
                      <a:moveTo>
                        <a:pt x="1442033" y="0"/>
                      </a:moveTo>
                      <a:lnTo>
                        <a:pt x="1483386" y="22394"/>
                      </a:lnTo>
                      <a:lnTo>
                        <a:pt x="828035" y="458252"/>
                      </a:lnTo>
                      <a:lnTo>
                        <a:pt x="0" y="63086"/>
                      </a:lnTo>
                      <a:lnTo>
                        <a:pt x="49993" y="31250"/>
                      </a:lnTo>
                      <a:lnTo>
                        <a:pt x="833110" y="40498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  <a:alpha val="54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71" name="Flowchart: Decision 9"/>
              <p:cNvSpPr/>
              <p:nvPr/>
            </p:nvSpPr>
            <p:spPr>
              <a:xfrm>
                <a:off x="5199301" y="2032237"/>
                <a:ext cx="1483386" cy="442457"/>
              </a:xfrm>
              <a:custGeom>
                <a:avLst/>
                <a:gdLst/>
                <a:ahLst/>
                <a:cxnLst/>
                <a:rect l="l" t="t" r="r" b="b"/>
                <a:pathLst>
                  <a:path w="1483386" h="442457">
                    <a:moveTo>
                      <a:pt x="1471201" y="0"/>
                    </a:moveTo>
                    <a:lnTo>
                      <a:pt x="1483386" y="6599"/>
                    </a:lnTo>
                    <a:lnTo>
                      <a:pt x="828035" y="442457"/>
                    </a:lnTo>
                    <a:lnTo>
                      <a:pt x="0" y="47291"/>
                    </a:lnTo>
                    <a:lnTo>
                      <a:pt x="9942" y="40960"/>
                    </a:lnTo>
                    <a:lnTo>
                      <a:pt x="824860" y="429866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alpha val="5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65" name="Group 83"/>
            <p:cNvGrpSpPr/>
            <p:nvPr/>
          </p:nvGrpSpPr>
          <p:grpSpPr>
            <a:xfrm>
              <a:off x="2155196" y="2722055"/>
              <a:ext cx="1606887" cy="1222298"/>
              <a:chOff x="5279320" y="1071964"/>
              <a:chExt cx="1606887" cy="1222298"/>
            </a:xfrm>
          </p:grpSpPr>
          <p:sp>
            <p:nvSpPr>
              <p:cNvPr id="67" name="Oval 66"/>
              <p:cNvSpPr/>
              <p:nvPr/>
            </p:nvSpPr>
            <p:spPr>
              <a:xfrm rot="19359721">
                <a:off x="5357390" y="1071964"/>
                <a:ext cx="1285723" cy="1222298"/>
              </a:xfrm>
              <a:prstGeom prst="ellipse">
                <a:avLst/>
              </a:prstGeom>
              <a:gradFill flip="none" rotWithShape="1">
                <a:gsLst>
                  <a:gs pos="63000">
                    <a:srgbClr val="219CD7"/>
                  </a:gs>
                  <a:gs pos="8000">
                    <a:schemeClr val="bg1">
                      <a:lumMod val="95000"/>
                    </a:schemeClr>
                  </a:gs>
                  <a:gs pos="47000">
                    <a:srgbClr val="47BAEB"/>
                  </a:gs>
                  <a:gs pos="91000">
                    <a:srgbClr val="21409A"/>
                  </a:gs>
                  <a:gs pos="73000">
                    <a:srgbClr val="007CC3"/>
                  </a:gs>
                  <a:gs pos="30000">
                    <a:srgbClr val="85C2FF"/>
                  </a:gs>
                </a:gsLst>
                <a:path path="circle">
                  <a:fillToRect l="100000" b="100000"/>
                </a:path>
                <a:tileRect t="-100000" r="-100000"/>
              </a:gradFill>
              <a:ln>
                <a:noFill/>
              </a:ln>
              <a:effectLst>
                <a:outerShdw blurRad="241300" dist="558800" dir="5400000" sx="60000" sy="60000" algn="t" rotWithShape="0">
                  <a:prstClr val="black">
                    <a:alpha val="5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5403385" y="1260932"/>
                <a:ext cx="1108013" cy="968129"/>
              </a:xfrm>
              <a:prstGeom prst="ellipse">
                <a:avLst/>
              </a:prstGeom>
              <a:gradFill flip="none" rotWithShape="1">
                <a:gsLst>
                  <a:gs pos="73000">
                    <a:schemeClr val="bg1">
                      <a:lumMod val="95000"/>
                      <a:alpha val="7000"/>
                    </a:schemeClr>
                  </a:gs>
                  <a:gs pos="0">
                    <a:schemeClr val="bg1">
                      <a:alpha val="23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279320" y="1465598"/>
                <a:ext cx="1606887" cy="2568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00" b="1" dirty="0">
                    <a:solidFill>
                      <a:prstClr val="whit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rial" pitchFamily="34" charset="0"/>
                    <a:cs typeface="Arial" pitchFamily="34" charset="0"/>
                  </a:rPr>
                  <a:t>Reinforcement</a:t>
                </a:r>
              </a:p>
            </p:txBody>
          </p:sp>
        </p:grpSp>
      </p:grpSp>
      <p:sp>
        <p:nvSpPr>
          <p:cNvPr id="74" name="Title 1"/>
          <p:cNvSpPr txBox="1">
            <a:spLocks/>
          </p:cNvSpPr>
          <p:nvPr/>
        </p:nvSpPr>
        <p:spPr>
          <a:xfrm>
            <a:off x="465138" y="369888"/>
            <a:ext cx="8145462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Machine Learning Use Cases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3623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C2D3D-C878-45F6-BA2B-28A0B2D447D6}" type="slidenum">
              <a:rPr lang="en-IN" smtClean="0"/>
              <a:pPr/>
              <a:t>20</a:t>
            </a:fld>
            <a:endParaRPr lang="en-IN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465138" y="369888"/>
            <a:ext cx="8145462" cy="609600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Reinforcement Learning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1000" y="3105835"/>
            <a:ext cx="739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Play the video at https://www.youtube.com/watch?v=V1eYniJ0Rnk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33252">
            <a:normAutofit/>
          </a:bodyPr>
          <a:lstStyle/>
          <a:p>
            <a:r>
              <a:rPr lang="en-US" dirty="0" smtClean="0"/>
              <a:t>Supervised Learning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3076" y="1219200"/>
            <a:ext cx="7680324" cy="2357438"/>
          </a:xfrm>
        </p:spPr>
        <p:txBody>
          <a:bodyPr lIns="66504" tIns="33252" rIns="66504" bIns="33252">
            <a:normAutofit fontScale="85000" lnSpcReduction="20000"/>
          </a:bodyPr>
          <a:lstStyle/>
          <a:p>
            <a:r>
              <a:rPr lang="en-US" b="1" dirty="0" smtClean="0"/>
              <a:t>Supervised Learning – </a:t>
            </a:r>
            <a:r>
              <a:rPr lang="en-US" dirty="0" smtClean="0"/>
              <a:t>Infer a pattern (function) from labelled training data. The inferred function used to determine class labels for unseen data.</a:t>
            </a:r>
            <a:endParaRPr lang="en-US" dirty="0"/>
          </a:p>
          <a:p>
            <a:pPr lvl="1"/>
            <a:r>
              <a:rPr lang="en-US" dirty="0" smtClean="0"/>
              <a:t>Notion of a target concept (function)</a:t>
            </a:r>
          </a:p>
          <a:p>
            <a:pPr lvl="1"/>
            <a:r>
              <a:rPr lang="en-US" dirty="0" smtClean="0"/>
              <a:t>Training Data (as a input vector with an output value) used to derive the possible function</a:t>
            </a:r>
            <a:endParaRPr lang="en-US" dirty="0"/>
          </a:p>
          <a:p>
            <a:pPr lvl="1"/>
            <a:r>
              <a:rPr lang="en-US" dirty="0"/>
              <a:t>Testing of the model using unseen test data to assess the model accuracy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495800"/>
            <a:ext cx="6186041" cy="181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097725"/>
              </p:ext>
            </p:extLst>
          </p:nvPr>
        </p:nvGraphicFramePr>
        <p:xfrm>
          <a:off x="990600" y="3505200"/>
          <a:ext cx="6314711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4" imgW="2565360" imgH="393480" progId="Equation.3">
                  <p:embed/>
                </p:oleObj>
              </mc:Choice>
              <mc:Fallback>
                <p:oleObj name="Equation" r:id="rId4" imgW="25653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505200"/>
                        <a:ext cx="6314711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945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33252">
            <a:normAutofit/>
          </a:bodyPr>
          <a:lstStyle/>
          <a:p>
            <a:r>
              <a:rPr lang="en-US" dirty="0" smtClean="0"/>
              <a:t>Classification vs Regression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3077" y="1219200"/>
            <a:ext cx="7680323" cy="2971800"/>
          </a:xfrm>
        </p:spPr>
        <p:txBody>
          <a:bodyPr lIns="66504" tIns="33252" rIns="66504" bIns="33252">
            <a:normAutofit fontScale="85000" lnSpcReduction="20000"/>
          </a:bodyPr>
          <a:lstStyle/>
          <a:p>
            <a:r>
              <a:rPr lang="en-US" dirty="0" smtClean="0"/>
              <a:t>In </a:t>
            </a:r>
            <a:r>
              <a:rPr lang="en-US" b="1" dirty="0"/>
              <a:t>classification</a:t>
            </a:r>
            <a:r>
              <a:rPr lang="en-US" dirty="0"/>
              <a:t>, the target variable is categorical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For a new input, you have to put it in one of the categories into which it will fit</a:t>
            </a:r>
          </a:p>
          <a:p>
            <a:pPr lvl="1"/>
            <a:r>
              <a:rPr lang="en-US" dirty="0" smtClean="0"/>
              <a:t>Example : Classify Sentiments from Tweets into Neutral, Positive and Negative.</a:t>
            </a:r>
          </a:p>
          <a:p>
            <a:pPr lvl="1"/>
            <a:r>
              <a:rPr lang="en-US" dirty="0" smtClean="0"/>
              <a:t>Example: Classifying patient profiles as risky or safe  based on historical data</a:t>
            </a:r>
            <a:endParaRPr lang="en-US" sz="3300" dirty="0" smtClean="0"/>
          </a:p>
          <a:p>
            <a:pPr>
              <a:lnSpc>
                <a:spcPct val="80000"/>
              </a:lnSpc>
              <a:buNone/>
            </a:pPr>
            <a:r>
              <a:rPr lang="en-US" sz="1600" dirty="0" smtClean="0"/>
              <a:t>     Simplest</a:t>
            </a:r>
            <a:r>
              <a:rPr lang="en-US" sz="1600" dirty="0"/>
              <a:t>: binary classification</a:t>
            </a:r>
          </a:p>
          <a:p>
            <a:pPr>
              <a:lnSpc>
                <a:spcPct val="80000"/>
              </a:lnSpc>
            </a:pPr>
            <a:r>
              <a:rPr lang="en-US" sz="1600" dirty="0"/>
              <a:t>Given: a set of m examples (</a:t>
            </a:r>
            <a:r>
              <a:rPr lang="en-US" sz="1600" dirty="0" err="1"/>
              <a:t>xi,yi</a:t>
            </a:r>
            <a:r>
              <a:rPr lang="en-US" sz="1600" dirty="0"/>
              <a:t>)  i = 1,2…m sampled from some distribution D, where </a:t>
            </a:r>
            <a:r>
              <a:rPr lang="en-US" sz="1600" dirty="0" err="1"/>
              <a:t>xi</a:t>
            </a:r>
            <a:r>
              <a:rPr lang="en-US" sz="1600" dirty="0" err="1">
                <a:sym typeface="Symbol" pitchFamily="18" charset="2"/>
              </a:rPr>
              <a:t>Rn</a:t>
            </a:r>
            <a:r>
              <a:rPr lang="en-US" sz="1600" dirty="0">
                <a:sym typeface="Symbol" pitchFamily="18" charset="2"/>
              </a:rPr>
              <a:t> </a:t>
            </a:r>
            <a:r>
              <a:rPr lang="en-US" sz="1600" dirty="0"/>
              <a:t>and </a:t>
            </a:r>
            <a:r>
              <a:rPr lang="en-US" sz="1600" dirty="0" err="1"/>
              <a:t>yi</a:t>
            </a:r>
            <a:r>
              <a:rPr lang="en-US" sz="1600" dirty="0">
                <a:sym typeface="Symbol" pitchFamily="18" charset="2"/>
              </a:rPr>
              <a:t>{-1,+1}</a:t>
            </a:r>
          </a:p>
          <a:p>
            <a:pPr>
              <a:lnSpc>
                <a:spcPct val="80000"/>
              </a:lnSpc>
            </a:pPr>
            <a:r>
              <a:rPr lang="en-US" sz="1600" dirty="0">
                <a:sym typeface="Symbol" pitchFamily="18" charset="2"/>
              </a:rPr>
              <a:t>Find: a function f  f: Rn -&gt; {-1,+1}  which classifies ‘well’ examples </a:t>
            </a:r>
            <a:r>
              <a:rPr lang="en-US" sz="1600" dirty="0" err="1">
                <a:sym typeface="Symbol" pitchFamily="18" charset="2"/>
              </a:rPr>
              <a:t>xj</a:t>
            </a:r>
            <a:r>
              <a:rPr lang="en-US" sz="1600" dirty="0">
                <a:sym typeface="Symbol" pitchFamily="18" charset="2"/>
              </a:rPr>
              <a:t> sampled from D.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191001"/>
            <a:ext cx="7543800" cy="2133600"/>
          </a:xfrm>
        </p:spPr>
        <p:txBody>
          <a:bodyPr lIns="66504" tIns="33252" rIns="66504" bIns="33252">
            <a:normAutofit fontScale="77500" lnSpcReduction="20000"/>
          </a:bodyPr>
          <a:lstStyle/>
          <a:p>
            <a:r>
              <a:rPr lang="en-US" dirty="0"/>
              <a:t>In </a:t>
            </a:r>
            <a:r>
              <a:rPr lang="en-US" b="1" dirty="0"/>
              <a:t>regression</a:t>
            </a:r>
            <a:r>
              <a:rPr lang="en-US" dirty="0"/>
              <a:t>, the target variable is continuous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For a new input you have to predict the potential value of the output</a:t>
            </a:r>
          </a:p>
          <a:p>
            <a:pPr lvl="1"/>
            <a:r>
              <a:rPr lang="en-US" dirty="0" smtClean="0"/>
              <a:t>Example: Derive the model for Fuel Consumption based on model, time of day, age of vehicle etc.</a:t>
            </a:r>
          </a:p>
          <a:p>
            <a:pPr lvl="1"/>
            <a:r>
              <a:rPr lang="en-US" dirty="0" smtClean="0"/>
              <a:t>Example: Derive the potential future price of a stock based on historical analysis of data deriving from features like stock, quantity, news related to stock etc.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63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4818" y="195264"/>
            <a:ext cx="8145462" cy="609600"/>
          </a:xfrm>
        </p:spPr>
        <p:txBody>
          <a:bodyPr tIns="33252">
            <a:normAutofit/>
          </a:bodyPr>
          <a:lstStyle/>
          <a:p>
            <a:r>
              <a:rPr lang="en-US" dirty="0" smtClean="0"/>
              <a:t>Classification versus Regression</a:t>
            </a:r>
            <a:endParaRPr lang="en-US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150509" y="4219964"/>
            <a:ext cx="631031" cy="565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pPr defTabSz="767992" fontAlgn="base">
              <a:spcBef>
                <a:spcPct val="0"/>
              </a:spcBef>
              <a:spcAft>
                <a:spcPts val="840"/>
              </a:spcAft>
            </a:pPr>
            <a:r>
              <a:rPr lang="en-US" sz="1300" dirty="0" smtClean="0">
                <a:latin typeface="Calibri" pitchFamily="34" charset="0"/>
                <a:cs typeface="Arial" pitchFamily="34" charset="0"/>
              </a:rPr>
              <a:t>F(x))</a:t>
            </a:r>
            <a:endParaRPr lang="en-US" sz="23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V="1">
            <a:off x="3679062" y="3584379"/>
            <a:ext cx="0" cy="19954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7" name="Freeform 4"/>
          <p:cNvSpPr>
            <a:spLocks/>
          </p:cNvSpPr>
          <p:nvPr/>
        </p:nvSpPr>
        <p:spPr bwMode="auto">
          <a:xfrm>
            <a:off x="3840261" y="4412260"/>
            <a:ext cx="1314450" cy="339725"/>
          </a:xfrm>
          <a:custGeom>
            <a:avLst/>
            <a:gdLst>
              <a:gd name="T0" fmla="*/ 0 w 2070"/>
              <a:gd name="T1" fmla="*/ 65 h 535"/>
              <a:gd name="T2" fmla="*/ 390 w 2070"/>
              <a:gd name="T3" fmla="*/ 50 h 535"/>
              <a:gd name="T4" fmla="*/ 840 w 2070"/>
              <a:gd name="T5" fmla="*/ 365 h 535"/>
              <a:gd name="T6" fmla="*/ 1095 w 2070"/>
              <a:gd name="T7" fmla="*/ 515 h 535"/>
              <a:gd name="T8" fmla="*/ 1560 w 2070"/>
              <a:gd name="T9" fmla="*/ 245 h 535"/>
              <a:gd name="T10" fmla="*/ 2070 w 2070"/>
              <a:gd name="T11" fmla="*/ 65 h 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070" h="535">
                <a:moveTo>
                  <a:pt x="0" y="65"/>
                </a:moveTo>
                <a:cubicBezTo>
                  <a:pt x="125" y="32"/>
                  <a:pt x="250" y="0"/>
                  <a:pt x="390" y="50"/>
                </a:cubicBezTo>
                <a:cubicBezTo>
                  <a:pt x="530" y="100"/>
                  <a:pt x="723" y="288"/>
                  <a:pt x="840" y="365"/>
                </a:cubicBezTo>
                <a:cubicBezTo>
                  <a:pt x="957" y="442"/>
                  <a:pt x="975" y="535"/>
                  <a:pt x="1095" y="515"/>
                </a:cubicBezTo>
                <a:cubicBezTo>
                  <a:pt x="1215" y="495"/>
                  <a:pt x="1397" y="320"/>
                  <a:pt x="1560" y="245"/>
                </a:cubicBezTo>
                <a:cubicBezTo>
                  <a:pt x="1723" y="170"/>
                  <a:pt x="1983" y="95"/>
                  <a:pt x="2070" y="65"/>
                </a:cubicBez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Line 3"/>
          <p:cNvSpPr>
            <a:spLocks noChangeShapeType="1"/>
          </p:cNvSpPr>
          <p:nvPr/>
        </p:nvSpPr>
        <p:spPr bwMode="auto">
          <a:xfrm>
            <a:off x="3679063" y="5572847"/>
            <a:ext cx="2514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009549" y="4892521"/>
            <a:ext cx="669515" cy="354547"/>
          </a:xfrm>
          <a:prstGeom prst="rect">
            <a:avLst/>
          </a:prstGeom>
          <a:noFill/>
        </p:spPr>
        <p:txBody>
          <a:bodyPr wrap="square" lIns="76799" tIns="38399" rIns="76799" bIns="38399" rtlCol="0">
            <a:spAutoFit/>
          </a:bodyPr>
          <a:lstStyle/>
          <a:p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497486" y="5610329"/>
            <a:ext cx="265706" cy="354547"/>
          </a:xfrm>
          <a:prstGeom prst="rect">
            <a:avLst/>
          </a:prstGeom>
        </p:spPr>
        <p:txBody>
          <a:bodyPr wrap="none" lIns="76799" tIns="38399" rIns="76799" bIns="38399">
            <a:spAutoFit/>
          </a:bodyPr>
          <a:lstStyle/>
          <a:p>
            <a:r>
              <a:rPr lang="en-US" dirty="0">
                <a:solidFill>
                  <a:prstClr val="black"/>
                </a:solidFill>
              </a:rPr>
              <a:t>x</a:t>
            </a:r>
            <a:endParaRPr lang="en-US" dirty="0"/>
          </a:p>
        </p:txBody>
      </p:sp>
      <p:sp>
        <p:nvSpPr>
          <p:cNvPr id="12" name="Oval 35"/>
          <p:cNvSpPr>
            <a:spLocks noChangeArrowheads="1"/>
          </p:cNvSpPr>
          <p:nvPr/>
        </p:nvSpPr>
        <p:spPr bwMode="auto">
          <a:xfrm>
            <a:off x="2447925" y="1646214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Oval 34"/>
          <p:cNvSpPr>
            <a:spLocks noChangeArrowheads="1"/>
          </p:cNvSpPr>
          <p:nvPr/>
        </p:nvSpPr>
        <p:spPr bwMode="auto">
          <a:xfrm>
            <a:off x="1533525" y="1970063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Oval 33"/>
          <p:cNvSpPr>
            <a:spLocks noChangeArrowheads="1"/>
          </p:cNvSpPr>
          <p:nvPr/>
        </p:nvSpPr>
        <p:spPr bwMode="auto">
          <a:xfrm>
            <a:off x="1752601" y="127473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37"/>
          <p:cNvSpPr>
            <a:spLocks noChangeArrowheads="1"/>
          </p:cNvSpPr>
          <p:nvPr/>
        </p:nvSpPr>
        <p:spPr bwMode="auto">
          <a:xfrm>
            <a:off x="1181101" y="196053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Oval 31"/>
          <p:cNvSpPr>
            <a:spLocks noChangeArrowheads="1"/>
          </p:cNvSpPr>
          <p:nvPr/>
        </p:nvSpPr>
        <p:spPr bwMode="auto">
          <a:xfrm>
            <a:off x="1866901" y="2255814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Oval 30"/>
          <p:cNvSpPr>
            <a:spLocks noChangeArrowheads="1"/>
          </p:cNvSpPr>
          <p:nvPr/>
        </p:nvSpPr>
        <p:spPr bwMode="auto">
          <a:xfrm>
            <a:off x="2066926" y="163668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Oval 29"/>
          <p:cNvSpPr>
            <a:spLocks noChangeArrowheads="1"/>
          </p:cNvSpPr>
          <p:nvPr/>
        </p:nvSpPr>
        <p:spPr bwMode="auto">
          <a:xfrm>
            <a:off x="2085975" y="125568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Oval 28"/>
          <p:cNvSpPr>
            <a:spLocks noChangeArrowheads="1"/>
          </p:cNvSpPr>
          <p:nvPr/>
        </p:nvSpPr>
        <p:spPr bwMode="auto">
          <a:xfrm>
            <a:off x="1905001" y="175098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Oval 27"/>
          <p:cNvSpPr>
            <a:spLocks noChangeArrowheads="1"/>
          </p:cNvSpPr>
          <p:nvPr/>
        </p:nvSpPr>
        <p:spPr bwMode="auto">
          <a:xfrm>
            <a:off x="1685925" y="2122463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Oval 26"/>
          <p:cNvSpPr>
            <a:spLocks noChangeArrowheads="1"/>
          </p:cNvSpPr>
          <p:nvPr/>
        </p:nvSpPr>
        <p:spPr bwMode="auto">
          <a:xfrm>
            <a:off x="1905001" y="142713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Oval 5"/>
          <p:cNvSpPr>
            <a:spLocks noChangeArrowheads="1"/>
          </p:cNvSpPr>
          <p:nvPr/>
        </p:nvSpPr>
        <p:spPr bwMode="auto">
          <a:xfrm>
            <a:off x="1152526" y="2227239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Oval 25"/>
          <p:cNvSpPr>
            <a:spLocks noChangeArrowheads="1"/>
          </p:cNvSpPr>
          <p:nvPr/>
        </p:nvSpPr>
        <p:spPr bwMode="auto">
          <a:xfrm>
            <a:off x="1819276" y="196053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1504951" y="1693839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Oval 23"/>
          <p:cNvSpPr>
            <a:spLocks noChangeArrowheads="1"/>
          </p:cNvSpPr>
          <p:nvPr/>
        </p:nvSpPr>
        <p:spPr bwMode="auto">
          <a:xfrm>
            <a:off x="2219326" y="178908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Oval 22"/>
          <p:cNvSpPr>
            <a:spLocks noChangeArrowheads="1"/>
          </p:cNvSpPr>
          <p:nvPr/>
        </p:nvSpPr>
        <p:spPr bwMode="auto">
          <a:xfrm>
            <a:off x="2238375" y="1408088"/>
            <a:ext cx="90488" cy="90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Oval 21"/>
          <p:cNvSpPr>
            <a:spLocks noChangeArrowheads="1"/>
          </p:cNvSpPr>
          <p:nvPr/>
        </p:nvSpPr>
        <p:spPr bwMode="auto">
          <a:xfrm>
            <a:off x="2714625" y="212246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Oval 20"/>
          <p:cNvSpPr>
            <a:spLocks noChangeArrowheads="1"/>
          </p:cNvSpPr>
          <p:nvPr/>
        </p:nvSpPr>
        <p:spPr bwMode="auto">
          <a:xfrm>
            <a:off x="2581276" y="2570139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Oval 19"/>
          <p:cNvSpPr>
            <a:spLocks noChangeArrowheads="1"/>
          </p:cNvSpPr>
          <p:nvPr/>
        </p:nvSpPr>
        <p:spPr bwMode="auto">
          <a:xfrm>
            <a:off x="2800350" y="187481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Oval 18"/>
          <p:cNvSpPr>
            <a:spLocks noChangeArrowheads="1"/>
          </p:cNvSpPr>
          <p:nvPr/>
        </p:nvSpPr>
        <p:spPr bwMode="auto">
          <a:xfrm>
            <a:off x="2228851" y="256061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Oval 17"/>
          <p:cNvSpPr>
            <a:spLocks noChangeArrowheads="1"/>
          </p:cNvSpPr>
          <p:nvPr/>
        </p:nvSpPr>
        <p:spPr bwMode="auto">
          <a:xfrm>
            <a:off x="2714625" y="240821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Oval 16"/>
          <p:cNvSpPr>
            <a:spLocks noChangeArrowheads="1"/>
          </p:cNvSpPr>
          <p:nvPr/>
        </p:nvSpPr>
        <p:spPr bwMode="auto">
          <a:xfrm>
            <a:off x="2400300" y="214151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Oval 15"/>
          <p:cNvSpPr>
            <a:spLocks noChangeArrowheads="1"/>
          </p:cNvSpPr>
          <p:nvPr/>
        </p:nvSpPr>
        <p:spPr bwMode="auto">
          <a:xfrm>
            <a:off x="3114675" y="223676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Oval 14"/>
          <p:cNvSpPr>
            <a:spLocks noChangeArrowheads="1"/>
          </p:cNvSpPr>
          <p:nvPr/>
        </p:nvSpPr>
        <p:spPr bwMode="auto">
          <a:xfrm>
            <a:off x="3133726" y="185576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Oval 13"/>
          <p:cNvSpPr>
            <a:spLocks noChangeArrowheads="1"/>
          </p:cNvSpPr>
          <p:nvPr/>
        </p:nvSpPr>
        <p:spPr bwMode="auto">
          <a:xfrm>
            <a:off x="3343276" y="162716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Oval 12"/>
          <p:cNvSpPr>
            <a:spLocks noChangeArrowheads="1"/>
          </p:cNvSpPr>
          <p:nvPr/>
        </p:nvSpPr>
        <p:spPr bwMode="auto">
          <a:xfrm>
            <a:off x="3209925" y="2074839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Oval 11"/>
          <p:cNvSpPr>
            <a:spLocks noChangeArrowheads="1"/>
          </p:cNvSpPr>
          <p:nvPr/>
        </p:nvSpPr>
        <p:spPr bwMode="auto">
          <a:xfrm>
            <a:off x="3429000" y="137951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Oval 10"/>
          <p:cNvSpPr>
            <a:spLocks noChangeArrowheads="1"/>
          </p:cNvSpPr>
          <p:nvPr/>
        </p:nvSpPr>
        <p:spPr bwMode="auto">
          <a:xfrm>
            <a:off x="2857500" y="206531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0" name="Oval 9"/>
          <p:cNvSpPr>
            <a:spLocks noChangeArrowheads="1"/>
          </p:cNvSpPr>
          <p:nvPr/>
        </p:nvSpPr>
        <p:spPr bwMode="auto">
          <a:xfrm>
            <a:off x="3343276" y="191291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Oval 8"/>
          <p:cNvSpPr>
            <a:spLocks noChangeArrowheads="1"/>
          </p:cNvSpPr>
          <p:nvPr/>
        </p:nvSpPr>
        <p:spPr bwMode="auto">
          <a:xfrm>
            <a:off x="3028950" y="1646214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Oval 36"/>
          <p:cNvSpPr>
            <a:spLocks noChangeArrowheads="1"/>
          </p:cNvSpPr>
          <p:nvPr/>
        </p:nvSpPr>
        <p:spPr bwMode="auto">
          <a:xfrm>
            <a:off x="3743325" y="174146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3" name="Oval 6"/>
          <p:cNvSpPr>
            <a:spLocks noChangeArrowheads="1"/>
          </p:cNvSpPr>
          <p:nvPr/>
        </p:nvSpPr>
        <p:spPr bwMode="auto">
          <a:xfrm>
            <a:off x="3762376" y="1360463"/>
            <a:ext cx="90488" cy="90488"/>
          </a:xfrm>
          <a:prstGeom prst="ellipse">
            <a:avLst/>
          </a:prstGeom>
          <a:solidFill>
            <a:srgbClr val="969696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 flipH="1">
            <a:off x="1333500" y="1112815"/>
            <a:ext cx="2019300" cy="1990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Text Box 38"/>
          <p:cNvSpPr txBox="1">
            <a:spLocks noChangeArrowheads="1"/>
          </p:cNvSpPr>
          <p:nvPr/>
        </p:nvSpPr>
        <p:spPr bwMode="auto">
          <a:xfrm>
            <a:off x="781026" y="2889227"/>
            <a:ext cx="449262" cy="4286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76799" tIns="38399" rIns="76799" bIns="38399" numCol="1" anchor="t" anchorCtr="0" compatLnSpc="1">
            <a:prstTxWarp prst="textNoShape">
              <a:avLst/>
            </a:prstTxWarp>
          </a:bodyPr>
          <a:lstStyle/>
          <a:p>
            <a:pPr defTabSz="767992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F(x</a:t>
            </a:r>
            <a:r>
              <a:rPr lang="en-US" sz="1000" dirty="0" smtClean="0">
                <a:latin typeface="Arial" pitchFamily="34" charset="0"/>
                <a:ea typeface="Times New Roman" pitchFamily="18" charset="0"/>
                <a:cs typeface="Arial" pitchFamily="34" charset="0"/>
              </a:rPr>
              <a:t>)</a:t>
            </a:r>
            <a:endParaRPr lang="en-US" sz="15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Rectangle 39"/>
          <p:cNvSpPr>
            <a:spLocks noChangeArrowheads="1"/>
          </p:cNvSpPr>
          <p:nvPr/>
        </p:nvSpPr>
        <p:spPr bwMode="auto">
          <a:xfrm>
            <a:off x="1" y="43934"/>
            <a:ext cx="155163" cy="354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76799" tIns="38399" rIns="76799" bIns="38399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 flipV="1">
            <a:off x="3748467" y="2394929"/>
            <a:ext cx="427242" cy="238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4353149" y="1612028"/>
            <a:ext cx="1499249" cy="354547"/>
          </a:xfrm>
          <a:prstGeom prst="rect">
            <a:avLst/>
          </a:prstGeom>
          <a:noFill/>
        </p:spPr>
        <p:txBody>
          <a:bodyPr wrap="none" lIns="76799" tIns="38399" rIns="76799" bIns="38399" rtlCol="0">
            <a:spAutoFit/>
          </a:bodyPr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283192" y="4983060"/>
            <a:ext cx="1231931" cy="354547"/>
          </a:xfrm>
          <a:prstGeom prst="rect">
            <a:avLst/>
          </a:prstGeom>
          <a:noFill/>
        </p:spPr>
        <p:txBody>
          <a:bodyPr wrap="none" lIns="76799" tIns="38399" rIns="76799" bIns="38399" rtlCol="0">
            <a:spAutoFit/>
          </a:bodyPr>
          <a:lstStyle/>
          <a:p>
            <a:r>
              <a:rPr lang="en-US" dirty="0" smtClean="0"/>
              <a:t>Regression</a:t>
            </a:r>
            <a:endParaRPr lang="en-US" dirty="0"/>
          </a:p>
        </p:txBody>
      </p:sp>
      <p:cxnSp>
        <p:nvCxnSpPr>
          <p:cNvPr id="53" name="Straight Arrow Connector 52"/>
          <p:cNvCxnSpPr/>
          <p:nvPr/>
        </p:nvCxnSpPr>
        <p:spPr>
          <a:xfrm flipH="1">
            <a:off x="1367747" y="5220511"/>
            <a:ext cx="102393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780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907462" cy="609600"/>
          </a:xfrm>
        </p:spPr>
        <p:txBody>
          <a:bodyPr>
            <a:noAutofit/>
          </a:bodyPr>
          <a:lstStyle/>
          <a:p>
            <a:r>
              <a:rPr lang="en-IN" dirty="0" smtClean="0"/>
              <a:t>Labelling : A crucial need for supervised learning?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0682" y="1219200"/>
            <a:ext cx="8382000" cy="4868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617306" y="5718733"/>
            <a:ext cx="3441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Source</a:t>
            </a:r>
            <a:r>
              <a:rPr lang="en-IN" dirty="0" smtClean="0"/>
              <a:t>: Amazon Mechanical Turk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tIns="33252">
            <a:normAutofit/>
          </a:bodyPr>
          <a:lstStyle/>
          <a:p>
            <a:r>
              <a:rPr lang="en-US" dirty="0" smtClean="0"/>
              <a:t>Unsupervised Learning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1" y="1371599"/>
            <a:ext cx="7543799" cy="4857097"/>
          </a:xfrm>
        </p:spPr>
        <p:txBody>
          <a:bodyPr lIns="66504" tIns="33252" rIns="66504" bIns="33252">
            <a:normAutofit fontScale="77500" lnSpcReduction="20000"/>
          </a:bodyPr>
          <a:lstStyle/>
          <a:p>
            <a:r>
              <a:rPr lang="en-US" dirty="0" smtClean="0"/>
              <a:t>No Target Concept or Function. Explore Data to find intrinsic structures.</a:t>
            </a:r>
          </a:p>
          <a:p>
            <a:pPr lvl="1"/>
            <a:r>
              <a:rPr lang="en-US" dirty="0" smtClean="0"/>
              <a:t>Identifying hidden patterns</a:t>
            </a:r>
          </a:p>
          <a:p>
            <a:pPr lvl="1"/>
            <a:r>
              <a:rPr lang="en-US" dirty="0" smtClean="0"/>
              <a:t>No notion of error to evaluate the output solution</a:t>
            </a:r>
          </a:p>
          <a:p>
            <a:pPr lvl="1"/>
            <a:r>
              <a:rPr lang="en-US" dirty="0" smtClean="0"/>
              <a:t>Very closely Related to Data Mining</a:t>
            </a:r>
          </a:p>
          <a:p>
            <a:pPr lvl="1"/>
            <a:r>
              <a:rPr lang="en-US" dirty="0" smtClean="0"/>
              <a:t>Also related to Statistics and Information Theory</a:t>
            </a:r>
          </a:p>
          <a:p>
            <a:pPr lvl="1"/>
            <a:r>
              <a:rPr lang="en-US" dirty="0" smtClean="0"/>
              <a:t>Examples include</a:t>
            </a:r>
          </a:p>
          <a:p>
            <a:pPr lvl="2"/>
            <a:r>
              <a:rPr lang="en-US" dirty="0" smtClean="0"/>
              <a:t>Clustering of similar inputs</a:t>
            </a:r>
          </a:p>
          <a:p>
            <a:pPr lvl="3"/>
            <a:r>
              <a:rPr lang="en-US" dirty="0" smtClean="0"/>
              <a:t>K-Means clustering</a:t>
            </a:r>
          </a:p>
          <a:p>
            <a:pPr lvl="3"/>
            <a:r>
              <a:rPr lang="en-US" dirty="0" smtClean="0"/>
              <a:t>Hierarchical Clustering</a:t>
            </a:r>
          </a:p>
          <a:p>
            <a:pPr lvl="2"/>
            <a:r>
              <a:rPr lang="en-US" dirty="0" smtClean="0"/>
              <a:t>Association Rule Mining </a:t>
            </a:r>
          </a:p>
          <a:p>
            <a:pPr lvl="2"/>
            <a:r>
              <a:rPr lang="en-US" dirty="0" smtClean="0"/>
              <a:t>Feature Extraction techniques</a:t>
            </a:r>
          </a:p>
          <a:p>
            <a:pPr lvl="2"/>
            <a:r>
              <a:rPr lang="en-US" dirty="0" smtClean="0"/>
              <a:t>Recommendation Systems</a:t>
            </a:r>
          </a:p>
          <a:p>
            <a:pPr lvl="1"/>
            <a:r>
              <a:rPr lang="en-US" dirty="0" smtClean="0"/>
              <a:t>Use Cases</a:t>
            </a:r>
          </a:p>
          <a:p>
            <a:pPr lvl="2"/>
            <a:r>
              <a:rPr lang="en-US" dirty="0" smtClean="0"/>
              <a:t>Retail Shopping Cart Analysis for </a:t>
            </a:r>
            <a:r>
              <a:rPr lang="en-US" dirty="0" err="1" smtClean="0"/>
              <a:t>Upselling</a:t>
            </a:r>
            <a:r>
              <a:rPr lang="en-US" dirty="0" smtClean="0"/>
              <a:t> and Cross Selling</a:t>
            </a:r>
          </a:p>
          <a:p>
            <a:pPr lvl="2"/>
            <a:r>
              <a:rPr lang="en-US" dirty="0" smtClean="0"/>
              <a:t>Identifying dominant concepts in an essay/speech/blog</a:t>
            </a:r>
          </a:p>
          <a:p>
            <a:pPr lvl="2"/>
            <a:r>
              <a:rPr lang="en-US" dirty="0" smtClean="0"/>
              <a:t>Extracting Top Concepts in news feeds</a:t>
            </a:r>
          </a:p>
          <a:p>
            <a:pPr lvl="2"/>
            <a:r>
              <a:rPr lang="en-US" dirty="0" smtClean="0"/>
              <a:t>Extracting Features (like human body outlines) in large videos as in </a:t>
            </a:r>
            <a:r>
              <a:rPr lang="en-US" dirty="0" err="1" smtClean="0"/>
              <a:t>Youtube</a:t>
            </a:r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65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Deep Learning – What is it?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73076" y="1219200"/>
            <a:ext cx="8177213" cy="4962526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Based on the idea of Neural Networks </a:t>
            </a:r>
          </a:p>
          <a:p>
            <a:r>
              <a:rPr lang="en-IN" dirty="0" smtClean="0"/>
              <a:t>They are inspired by our understanding of the biology of our brains</a:t>
            </a:r>
          </a:p>
          <a:p>
            <a:r>
              <a:rPr lang="en-IN" dirty="0" smtClean="0"/>
              <a:t>Each node a neuron </a:t>
            </a:r>
          </a:p>
          <a:p>
            <a:r>
              <a:rPr lang="en-IN" dirty="0" smtClean="0"/>
              <a:t>A neural network has </a:t>
            </a:r>
          </a:p>
          <a:p>
            <a:pPr lvl="1"/>
            <a:r>
              <a:rPr lang="en-IN" dirty="0" smtClean="0"/>
              <a:t>An output layer</a:t>
            </a:r>
          </a:p>
          <a:p>
            <a:pPr lvl="1"/>
            <a:r>
              <a:rPr lang="en-IN" dirty="0" smtClean="0"/>
              <a:t>An input layer</a:t>
            </a:r>
          </a:p>
          <a:p>
            <a:pPr lvl="1"/>
            <a:r>
              <a:rPr lang="en-IN" dirty="0" smtClean="0"/>
              <a:t>Multiple hidden layers</a:t>
            </a:r>
          </a:p>
          <a:p>
            <a:r>
              <a:rPr lang="en-IN" dirty="0" smtClean="0"/>
              <a:t>Deep Learning consists of</a:t>
            </a:r>
          </a:p>
          <a:p>
            <a:pPr>
              <a:buNone/>
            </a:pPr>
            <a:r>
              <a:rPr lang="en-IN" dirty="0" smtClean="0"/>
              <a:t>Several hidden layers</a:t>
            </a:r>
          </a:p>
          <a:p>
            <a:pPr>
              <a:buNone/>
            </a:pPr>
            <a:endParaRPr lang="en-IN" dirty="0" smtClean="0"/>
          </a:p>
          <a:p>
            <a:r>
              <a:rPr lang="en-IN" dirty="0" smtClean="0"/>
              <a:t>Have proven successful for </a:t>
            </a:r>
          </a:p>
          <a:p>
            <a:pPr>
              <a:buNone/>
            </a:pPr>
            <a:r>
              <a:rPr lang="en-IN" dirty="0" smtClean="0"/>
              <a:t>unstructured data – text, image, video, audio</a:t>
            </a:r>
          </a:p>
          <a:p>
            <a:endParaRPr lang="en-IN" dirty="0"/>
          </a:p>
        </p:txBody>
      </p:sp>
      <p:pic>
        <p:nvPicPr>
          <p:cNvPr id="5" name="Picture 2" descr="https://upload.wikimedia.org/wikipedia/commons/thumb/4/46/Colored_neural_network.svg/300px-Colored_neural_networ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743200"/>
            <a:ext cx="2857500" cy="343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Works on a hierarchy of representations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989917"/>
            <a:ext cx="9067800" cy="5098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2514600" y="6317348"/>
            <a:ext cx="444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/>
              <a:t>Source: </a:t>
            </a:r>
            <a:r>
              <a:rPr lang="en-IN" dirty="0" err="1" smtClean="0"/>
              <a:t>yoshua</a:t>
            </a:r>
            <a:r>
              <a:rPr lang="en-IN" dirty="0" smtClean="0"/>
              <a:t> </a:t>
            </a:r>
            <a:r>
              <a:rPr lang="en-IN" dirty="0" err="1" smtClean="0"/>
              <a:t>bengio’s</a:t>
            </a:r>
            <a:r>
              <a:rPr lang="en-IN" dirty="0" smtClean="0"/>
              <a:t> talk at </a:t>
            </a:r>
            <a:r>
              <a:rPr lang="en-IN" dirty="0" err="1" smtClean="0"/>
              <a:t>TedX</a:t>
            </a:r>
            <a:r>
              <a:rPr lang="en-IN" dirty="0" smtClean="0"/>
              <a:t> </a:t>
            </a:r>
            <a:r>
              <a:rPr lang="en-IN" dirty="0" err="1" smtClean="0"/>
              <a:t>montreal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Overall Venn </a:t>
            </a:r>
            <a:r>
              <a:rPr lang="en-IN" sz="2900" dirty="0" smtClean="0"/>
              <a:t>Diagram</a:t>
            </a:r>
            <a:endParaRPr lang="en-IN" sz="29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half" idx="2"/>
          </p:nvPr>
        </p:nvGraphicFramePr>
        <p:xfrm>
          <a:off x="473075" y="1371600"/>
          <a:ext cx="8177213" cy="47164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6"/>
          <p:cNvSpPr txBox="1">
            <a:spLocks/>
          </p:cNvSpPr>
          <p:nvPr/>
        </p:nvSpPr>
        <p:spPr>
          <a:xfrm>
            <a:off x="173208" y="1306103"/>
            <a:ext cx="8361191" cy="5226110"/>
          </a:xfrm>
          <a:prstGeom prst="rect">
            <a:avLst/>
          </a:prstGeom>
        </p:spPr>
        <p:txBody>
          <a:bodyPr lIns="66504" tIns="33252" rIns="66504" bIns="33252"/>
          <a:lstStyle/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r>
              <a:rPr lang="en-US" sz="2300" dirty="0" smtClean="0"/>
              <a:t>Diverse notions of Error is used in Regression.</a:t>
            </a:r>
          </a:p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r>
              <a:rPr lang="en-US" sz="2300" dirty="0" smtClean="0"/>
              <a:t>Some Common notions are as below</a:t>
            </a:r>
          </a:p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endParaRPr lang="en-US" sz="2300" dirty="0" smtClean="0"/>
          </a:p>
          <a:p>
            <a:pPr marL="79805" defTabSz="886702">
              <a:lnSpc>
                <a:spcPct val="90000"/>
              </a:lnSpc>
              <a:spcBef>
                <a:spcPts val="969"/>
              </a:spcBef>
              <a:defRPr/>
            </a:pPr>
            <a:endParaRPr lang="en-US" sz="2300" dirty="0"/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381000" y="609600"/>
            <a:ext cx="5638800" cy="457200"/>
          </a:xfrm>
          <a:prstGeom prst="rect">
            <a:avLst/>
          </a:prstGeom>
        </p:spPr>
        <p:txBody>
          <a:bodyPr lIns="66504" tIns="33252" rIns="66504" bIns="33252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 smtClean="0">
                <a:solidFill>
                  <a:srgbClr val="DD6921"/>
                </a:solidFill>
                <a:latin typeface="Helvetica LT" panose="02000503040000020004" pitchFamily="2" charset="0"/>
              </a:rPr>
              <a:t>Regression Model Evaluation Techniques</a:t>
            </a:r>
            <a:endParaRPr lang="en-US" sz="2400" dirty="0">
              <a:solidFill>
                <a:srgbClr val="DD6921"/>
              </a:solidFill>
              <a:latin typeface="Helvetica LT" panose="02000503040000020004" pitchFamily="2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58929" y="1091900"/>
            <a:ext cx="635475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://www.saedsayad.com/images/RMS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8635" y="2653025"/>
            <a:ext cx="1428975" cy="1055711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3328090" y="3167134"/>
            <a:ext cx="2530284" cy="344152"/>
          </a:xfrm>
          <a:prstGeom prst="rect">
            <a:avLst/>
          </a:prstGeom>
          <a:noFill/>
        </p:spPr>
        <p:txBody>
          <a:bodyPr wrap="none" lIns="66504" tIns="33252" rIns="66504" bIns="33252" rtlCol="0">
            <a:spAutoFit/>
          </a:bodyPr>
          <a:lstStyle/>
          <a:p>
            <a:r>
              <a:rPr lang="en-IN" dirty="0" smtClean="0"/>
              <a:t>Root Mean Square Error</a:t>
            </a:r>
            <a:endParaRPr lang="en-IN" dirty="0"/>
          </a:p>
        </p:txBody>
      </p:sp>
      <p:pic>
        <p:nvPicPr>
          <p:cNvPr id="1032" name="Picture 8" descr="http://www.saedsayad.com/images/MAE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01116" y="4434538"/>
            <a:ext cx="1280510" cy="948491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3328090" y="4668223"/>
            <a:ext cx="2204104" cy="344152"/>
          </a:xfrm>
          <a:prstGeom prst="rect">
            <a:avLst/>
          </a:prstGeom>
          <a:noFill/>
        </p:spPr>
        <p:txBody>
          <a:bodyPr wrap="none" lIns="66504" tIns="33252" rIns="66504" bIns="33252" rtlCol="0">
            <a:spAutoFit/>
          </a:bodyPr>
          <a:lstStyle/>
          <a:p>
            <a:r>
              <a:rPr lang="en-IN" dirty="0" smtClean="0"/>
              <a:t>Mean Absolute Error</a:t>
            </a:r>
            <a:endParaRPr lang="en-IN" dirty="0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52400" y="0"/>
            <a:ext cx="8145462" cy="6096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 Evaluation Techniques</a:t>
            </a:r>
            <a:endParaRPr lang="en-IN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6"/>
          <p:cNvSpPr txBox="1">
            <a:spLocks/>
          </p:cNvSpPr>
          <p:nvPr/>
        </p:nvSpPr>
        <p:spPr>
          <a:xfrm>
            <a:off x="197953" y="1240122"/>
            <a:ext cx="5666414" cy="5226110"/>
          </a:xfrm>
          <a:prstGeom prst="rect">
            <a:avLst/>
          </a:prstGeom>
        </p:spPr>
        <p:txBody>
          <a:bodyPr lIns="66504" tIns="33252" rIns="66504" bIns="33252"/>
          <a:lstStyle/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r>
              <a:rPr lang="en-US" sz="2300" dirty="0" smtClean="0"/>
              <a:t>Diverse notions of Error is used in Classification.</a:t>
            </a:r>
          </a:p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r>
              <a:rPr lang="en-US" sz="2300" dirty="0" smtClean="0"/>
              <a:t>Usual Method is to hold out 10 to 20 percent as Test Set</a:t>
            </a:r>
          </a:p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endParaRPr lang="en-US" sz="2300" dirty="0" smtClean="0"/>
          </a:p>
          <a:p>
            <a:pPr marL="79805" defTabSz="886702">
              <a:lnSpc>
                <a:spcPct val="90000"/>
              </a:lnSpc>
              <a:spcBef>
                <a:spcPts val="969"/>
              </a:spcBef>
              <a:defRPr/>
            </a:pPr>
            <a:endParaRPr lang="en-US" sz="2300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58929" y="1091900"/>
            <a:ext cx="635475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23867"/>
            <a:ext cx="6186041" cy="181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1097725"/>
              </p:ext>
            </p:extLst>
          </p:nvPr>
        </p:nvGraphicFramePr>
        <p:xfrm>
          <a:off x="1" y="3488235"/>
          <a:ext cx="6314711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72" name="Equation" r:id="rId4" imgW="2565360" imgH="393480" progId="Equation.3">
                  <p:embed/>
                </p:oleObj>
              </mc:Choice>
              <mc:Fallback>
                <p:oleObj name="Equation" r:id="rId4" imgW="2565360" imgH="3934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3488235"/>
                        <a:ext cx="6314711" cy="962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le 1"/>
          <p:cNvSpPr txBox="1">
            <a:spLocks/>
          </p:cNvSpPr>
          <p:nvPr/>
        </p:nvSpPr>
        <p:spPr>
          <a:xfrm>
            <a:off x="0" y="0"/>
            <a:ext cx="8145462" cy="6096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1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 Evaluation Techniques</a:t>
            </a:r>
            <a:endParaRPr lang="en-IN" sz="31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381000" y="609600"/>
            <a:ext cx="5638800" cy="457200"/>
          </a:xfrm>
          <a:prstGeom prst="rect">
            <a:avLst/>
          </a:prstGeom>
        </p:spPr>
        <p:txBody>
          <a:bodyPr lIns="66504" tIns="33252" rIns="66504" bIns="33252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 smtClean="0">
                <a:solidFill>
                  <a:srgbClr val="DD6921"/>
                </a:solidFill>
                <a:latin typeface="Helvetica LT" panose="02000503040000020004" pitchFamily="2" charset="0"/>
              </a:rPr>
              <a:t>Classification  Model Evaluation Techniques</a:t>
            </a:r>
            <a:endParaRPr lang="en-US" sz="2400" dirty="0">
              <a:solidFill>
                <a:srgbClr val="DD6921"/>
              </a:solidFill>
              <a:latin typeface="Helvetica LT" panose="0200050304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ontent Placeholder 6"/>
          <p:cNvSpPr txBox="1">
            <a:spLocks/>
          </p:cNvSpPr>
          <p:nvPr/>
        </p:nvSpPr>
        <p:spPr>
          <a:xfrm>
            <a:off x="197953" y="1240122"/>
            <a:ext cx="5666414" cy="5226110"/>
          </a:xfrm>
          <a:prstGeom prst="rect">
            <a:avLst/>
          </a:prstGeom>
        </p:spPr>
        <p:txBody>
          <a:bodyPr lIns="66504" tIns="33252" rIns="66504" bIns="33252"/>
          <a:lstStyle/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r>
              <a:rPr lang="en-US" sz="2300" dirty="0" smtClean="0"/>
              <a:t>One popular technique giving additional detail is Confusion Matrix</a:t>
            </a:r>
          </a:p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r>
              <a:rPr lang="en-IN" sz="2300" dirty="0" smtClean="0"/>
              <a:t>A confusion matrix shows the number of correct and incorrect predictions made by the classification model compared to the target values in the data</a:t>
            </a:r>
            <a:endParaRPr lang="en-US" sz="2300" dirty="0" smtClean="0"/>
          </a:p>
          <a:p>
            <a:pPr marL="221675" indent="-221675" defTabSz="886702">
              <a:lnSpc>
                <a:spcPct val="90000"/>
              </a:lnSpc>
              <a:spcBef>
                <a:spcPts val="969"/>
              </a:spcBef>
              <a:buFont typeface="Arial" panose="020B0604020202020204" pitchFamily="34" charset="0"/>
              <a:buChar char="•"/>
              <a:defRPr/>
            </a:pPr>
            <a:endParaRPr lang="en-US" sz="2300" dirty="0" smtClean="0"/>
          </a:p>
          <a:p>
            <a:pPr marL="79805" defTabSz="886702">
              <a:lnSpc>
                <a:spcPct val="90000"/>
              </a:lnSpc>
              <a:spcBef>
                <a:spcPts val="969"/>
              </a:spcBef>
              <a:defRPr/>
            </a:pPr>
            <a:endParaRPr lang="en-US" sz="2300" dirty="0"/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0172" y="3256100"/>
            <a:ext cx="4020927" cy="1393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0172" y="4649969"/>
            <a:ext cx="4138461" cy="1426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Straight Connector 11"/>
          <p:cNvCxnSpPr/>
          <p:nvPr/>
        </p:nvCxnSpPr>
        <p:spPr>
          <a:xfrm>
            <a:off x="0" y="914400"/>
            <a:ext cx="6354759" cy="0"/>
          </a:xfrm>
          <a:prstGeom prst="line">
            <a:avLst/>
          </a:prstGeom>
          <a:ln w="25400">
            <a:solidFill>
              <a:schemeClr val="bg2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0" y="0"/>
            <a:ext cx="8145462" cy="609600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Model Evaluation Techniques</a:t>
            </a:r>
            <a:endParaRPr kumimoji="0" lang="en-I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0" y="533400"/>
            <a:ext cx="5638800" cy="457200"/>
          </a:xfrm>
          <a:prstGeom prst="rect">
            <a:avLst/>
          </a:prstGeom>
        </p:spPr>
        <p:txBody>
          <a:bodyPr lIns="66504" tIns="33252" rIns="66504" bIns="33252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 smtClean="0">
                <a:solidFill>
                  <a:srgbClr val="DD6921"/>
                </a:solidFill>
                <a:latin typeface="Helvetica LT" panose="02000503040000020004" pitchFamily="2" charset="0"/>
              </a:rPr>
              <a:t>Classification  Model Evaluation Techniques</a:t>
            </a:r>
            <a:endParaRPr lang="en-US" sz="2400" dirty="0">
              <a:solidFill>
                <a:srgbClr val="DD6921"/>
              </a:solidFill>
              <a:latin typeface="Helvetica LT" panose="0200050304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/>
        </p:nvGraphicFramePr>
        <p:xfrm>
          <a:off x="381001" y="1371599"/>
          <a:ext cx="8000999" cy="5257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2"/>
          <p:cNvSpPr txBox="1">
            <a:spLocks/>
          </p:cNvSpPr>
          <p:nvPr/>
        </p:nvSpPr>
        <p:spPr>
          <a:xfrm>
            <a:off x="2151081" y="748794"/>
            <a:ext cx="3680624" cy="343106"/>
          </a:xfrm>
          <a:prstGeom prst="rect">
            <a:avLst/>
          </a:prstGeom>
        </p:spPr>
        <p:txBody>
          <a:bodyPr lIns="66504" tIns="33252" rIns="66504" bIns="33252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700" dirty="0">
              <a:solidFill>
                <a:srgbClr val="DD6921"/>
              </a:solidFill>
              <a:latin typeface="Helvetica LT" panose="02000503040000020004" pitchFamily="2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0" y="0"/>
            <a:ext cx="8145462" cy="6096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3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Unsupervised ML Techniques</a:t>
            </a:r>
            <a:endParaRPr lang="en-IN" sz="3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/>
        </p:nvGraphicFramePr>
        <p:xfrm>
          <a:off x="1905000" y="1143000"/>
          <a:ext cx="5785245" cy="485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0" y="228600"/>
            <a:ext cx="8145462" cy="609600"/>
          </a:xfrm>
          <a:prstGeom prst="rect">
            <a:avLst/>
          </a:prstGeom>
        </p:spPr>
        <p:txBody>
          <a:bodyPr>
            <a:normAutofit fontScale="8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Supervised</a:t>
            </a:r>
            <a:r>
              <a:rPr kumimoji="0" lang="en-IN" sz="50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5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ML </a:t>
            </a: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Techniques</a:t>
            </a:r>
            <a:endParaRPr kumimoji="0" lang="en-I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/>
        </p:nvGraphicFramePr>
        <p:xfrm>
          <a:off x="381001" y="1371599"/>
          <a:ext cx="7391399" cy="485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0" y="228600"/>
            <a:ext cx="8145462" cy="609600"/>
          </a:xfrm>
          <a:prstGeom prst="rect">
            <a:avLst/>
          </a:prstGeom>
        </p:spPr>
        <p:txBody>
          <a:bodyPr>
            <a:normAutofit fontScale="6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Supervised</a:t>
            </a:r>
            <a:r>
              <a:rPr kumimoji="0" lang="en-IN" sz="50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5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ML </a:t>
            </a: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Techniques: Regression</a:t>
            </a:r>
            <a:endParaRPr kumimoji="0" lang="en-I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/>
        </p:nvGraphicFramePr>
        <p:xfrm>
          <a:off x="381001" y="1371599"/>
          <a:ext cx="7924799" cy="485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0" y="228600"/>
            <a:ext cx="8145462" cy="914400"/>
          </a:xfrm>
          <a:prstGeom prst="rect">
            <a:avLst/>
          </a:prstGeom>
        </p:spPr>
        <p:txBody>
          <a:bodyPr>
            <a:normAutofit fontScale="6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Supervised</a:t>
            </a:r>
            <a:r>
              <a:rPr kumimoji="0" lang="en-IN" sz="50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5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ML </a:t>
            </a: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Techniques: Basic</a:t>
            </a:r>
            <a:r>
              <a:rPr kumimoji="0" lang="en-IN" sz="50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Classification Techniques</a:t>
            </a:r>
            <a:endParaRPr kumimoji="0" lang="en-I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/>
        </p:nvGraphicFramePr>
        <p:xfrm>
          <a:off x="381001" y="1371599"/>
          <a:ext cx="8077199" cy="485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0" y="228600"/>
            <a:ext cx="8458200" cy="914400"/>
          </a:xfrm>
          <a:prstGeom prst="rect">
            <a:avLst/>
          </a:prstGeom>
        </p:spPr>
        <p:txBody>
          <a:bodyPr>
            <a:normAutofit fontScale="6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Supervised</a:t>
            </a:r>
            <a:r>
              <a:rPr kumimoji="0" lang="en-IN" sz="50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50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ML </a:t>
            </a: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Techniques: Ensemble</a:t>
            </a:r>
            <a:r>
              <a:rPr kumimoji="0" lang="en-IN" sz="5000" b="0" i="0" u="none" strike="noStrike" kern="120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Classification Methods</a:t>
            </a:r>
            <a:endParaRPr kumimoji="0" lang="en-I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/>
          <p:cNvGraphicFramePr/>
          <p:nvPr/>
        </p:nvGraphicFramePr>
        <p:xfrm>
          <a:off x="381001" y="1371599"/>
          <a:ext cx="8077199" cy="4857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0" y="228600"/>
            <a:ext cx="8458200" cy="914400"/>
          </a:xfrm>
          <a:prstGeom prst="rect">
            <a:avLst/>
          </a:prstGeom>
        </p:spPr>
        <p:txBody>
          <a:bodyPr>
            <a:normAutofit fontScale="975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Deep Learning Methods</a:t>
            </a:r>
            <a:endParaRPr kumimoji="0" lang="en-IN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Content Placeholder 2"/>
          <p:cNvSpPr>
            <a:spLocks noGrp="1"/>
          </p:cNvSpPr>
          <p:nvPr>
            <p:ph sz="quarter" idx="1"/>
          </p:nvPr>
        </p:nvSpPr>
        <p:spPr>
          <a:xfrm>
            <a:off x="768350" y="2286000"/>
            <a:ext cx="7289800" cy="4022725"/>
          </a:xfrm>
        </p:spPr>
        <p:txBody>
          <a:bodyPr/>
          <a:lstStyle/>
          <a:p>
            <a:pPr marL="107950" indent="0" algn="ctr" eaLnBrk="1" hangingPunct="1">
              <a:buFont typeface="Wingdings 3" pitchFamily="18" charset="2"/>
              <a:buNone/>
            </a:pPr>
            <a:r>
              <a:rPr lang="en-US" sz="9600" smtClean="0">
                <a:solidFill>
                  <a:schemeClr val="accent1"/>
                </a:solidFill>
              </a:rPr>
              <a:t>Thank you</a:t>
            </a:r>
            <a:endParaRPr lang="en-GB" sz="9600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9740</TotalTime>
  <Words>1441</Words>
  <Application>Microsoft Office PowerPoint</Application>
  <PresentationFormat>On-screen Show (4:3)</PresentationFormat>
  <Paragraphs>269</Paragraphs>
  <Slides>38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Bookman Old Style</vt:lpstr>
      <vt:lpstr>Calibri</vt:lpstr>
      <vt:lpstr>Gill Sans MT</vt:lpstr>
      <vt:lpstr>Helvetica LT</vt:lpstr>
      <vt:lpstr>Symbol</vt:lpstr>
      <vt:lpstr>Times New Roman</vt:lpstr>
      <vt:lpstr>Wingdings</vt:lpstr>
      <vt:lpstr>Wingdings 3</vt:lpstr>
      <vt:lpstr>Origin</vt:lpstr>
      <vt:lpstr>Equation</vt:lpstr>
      <vt:lpstr>PowerPoint Presentation</vt:lpstr>
      <vt:lpstr>PowerPoint Presentation</vt:lpstr>
      <vt:lpstr>About Tarah Technologies (Tarah.AI)</vt:lpstr>
      <vt:lpstr>Social Presence</vt:lpstr>
      <vt:lpstr>The famous example?</vt:lpstr>
      <vt:lpstr>Yet Another one?</vt:lpstr>
      <vt:lpstr>AI</vt:lpstr>
      <vt:lpstr>3 types</vt:lpstr>
      <vt:lpstr>I AM AI ?</vt:lpstr>
      <vt:lpstr>AI Conundrum</vt:lpstr>
      <vt:lpstr>Key empowering Technology: Machine Learning</vt:lpstr>
      <vt:lpstr>Machine Learning Defined</vt:lpstr>
      <vt:lpstr>The path of pursuit</vt:lpstr>
      <vt:lpstr>ML as a continuum of analytics</vt:lpstr>
      <vt:lpstr>PowerPoint Presentation</vt:lpstr>
      <vt:lpstr>Granular Machine Learning Tasks</vt:lpstr>
      <vt:lpstr>Machine Learning Use Cases</vt:lpstr>
      <vt:lpstr>Types of Machine Learning</vt:lpstr>
      <vt:lpstr>PowerPoint Presentation</vt:lpstr>
      <vt:lpstr>PowerPoint Presentation</vt:lpstr>
      <vt:lpstr>Supervised Learning</vt:lpstr>
      <vt:lpstr>Classification vs Regression</vt:lpstr>
      <vt:lpstr>Classification versus Regression</vt:lpstr>
      <vt:lpstr>Labelling : A crucial need for supervised learning?</vt:lpstr>
      <vt:lpstr>Unsupervised Learning</vt:lpstr>
      <vt:lpstr>Deep Learning – What is it?</vt:lpstr>
      <vt:lpstr>Works on a hierarchy of representations</vt:lpstr>
      <vt:lpstr>Overall Venn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Unknown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nvobugari</dc:creator>
  <cp:lastModifiedBy>Lenovo</cp:lastModifiedBy>
  <cp:revision>46</cp:revision>
  <dcterms:created xsi:type="dcterms:W3CDTF">2015-07-23T14:12:01Z</dcterms:created>
  <dcterms:modified xsi:type="dcterms:W3CDTF">2018-10-03T10:34:19Z</dcterms:modified>
</cp:coreProperties>
</file>